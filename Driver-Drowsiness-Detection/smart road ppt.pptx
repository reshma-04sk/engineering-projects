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2"/>
    <p:sldMasterId id="2147483671" r:id="rId3"/>
    <p:sldMasterId id="2147483683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7" r:id="rId13"/>
    <p:sldId id="268" r:id="rId14"/>
    <p:sldId id="269" r:id="rId15"/>
    <p:sldId id="270" r:id="rId16"/>
    <p:sldId id="272" r:id="rId17"/>
  </p:sldIdLst>
  <p:sldSz cx="9144000" cy="6858000" type="screen4x3"/>
  <p:notesSz cx="6858000" cy="9144000"/>
  <p:embeddedFontLst>
    <p:embeddedFont>
      <p:font typeface="Century Gothic" panose="020B0502020202020204" pitchFamily="34" charset="0"/>
      <p:regular r:id="rId19"/>
      <p:bold r:id="rId20"/>
      <p:italic r:id="rId21"/>
      <p:boldItalic r:id="rId22"/>
    </p:embeddedFont>
    <p:embeddedFont>
      <p:font typeface="Gill Sans" panose="020B0604020202020204" charset="0"/>
      <p:regular r:id="rId23"/>
      <p:bold r:id="rId24"/>
    </p:embeddedFont>
    <p:embeddedFont>
      <p:font typeface="Libre Baskerville" panose="02000000000000000000" pitchFamily="2" charset="0"/>
      <p:regular r:id="rId25"/>
      <p:bold r:id="rId26"/>
      <p:italic r:id="rId27"/>
      <p:boldItalic r:id="rId28"/>
    </p:embeddedFont>
    <p:embeddedFont>
      <p:font typeface="Libre Franklin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4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jDEiuENoId0Yg5NmbXcg69V9g3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9E48FC9-12B5-4E8C-B1B3-CFADDF9E27DD}">
  <a:tblStyle styleId="{F9E48FC9-12B5-4E8C-B1B3-CFADDF9E27DD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EEDE8"/>
          </a:solidFill>
        </a:fill>
      </a:tcStyle>
    </a:wholeTbl>
    <a:band1H>
      <a:tcTxStyle b="off" i="off"/>
      <a:tcStyle>
        <a:tcBdr/>
        <a:fill>
          <a:solidFill>
            <a:srgbClr val="FDDACD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DDACD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034BD87-714C-42AC-940C-A7E5871C4772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4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F0DD259-1354-4045-AD8D-58DBE7CA5070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1D85D21-B1E1-4EE2-978C-D711D6A21DD1}" styleName="Table_3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500" y="52"/>
      </p:cViewPr>
      <p:guideLst>
        <p:guide orient="horz" pos="216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7.fntdata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45" Type="http://customschemas.google.com/relationships/presentationmetadata" Target="meta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35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47" name="Google Shape;3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8" name="Google Shape;34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10/9/2023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0" name="Google Shape;3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8" name="Google Shape;3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" name="Google Shape;38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5" name="Google Shape;39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1" name="Google Shape;4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1" name="Google Shape;43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4" name="Google Shape;44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7" name="Google Shape;45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5" name="Google Shape;15;p20"/>
          <p:cNvSpPr/>
          <p:nvPr/>
        </p:nvSpPr>
        <p:spPr>
          <a:xfrm>
            <a:off x="65088" y="69851"/>
            <a:ext cx="9013800" cy="6691200"/>
          </a:xfrm>
          <a:prstGeom prst="roundRect">
            <a:avLst>
              <a:gd name="adj" fmla="val 4929"/>
            </a:avLst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" name="Google Shape;16;p20"/>
          <p:cNvSpPr/>
          <p:nvPr/>
        </p:nvSpPr>
        <p:spPr>
          <a:xfrm>
            <a:off x="63500" y="1449389"/>
            <a:ext cx="9020100" cy="152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7" name="Google Shape;17;p20"/>
          <p:cNvSpPr/>
          <p:nvPr/>
        </p:nvSpPr>
        <p:spPr>
          <a:xfrm>
            <a:off x="63500" y="1397000"/>
            <a:ext cx="9020100" cy="120600"/>
          </a:xfrm>
          <a:prstGeom prst="rect">
            <a:avLst/>
          </a:prstGeom>
          <a:solidFill>
            <a:srgbClr val="D8ADB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8" name="Google Shape;18;p20"/>
          <p:cNvSpPr/>
          <p:nvPr/>
        </p:nvSpPr>
        <p:spPr>
          <a:xfrm>
            <a:off x="63500" y="2976564"/>
            <a:ext cx="9020100" cy="111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9" name="Google Shape;19;p20"/>
          <p:cNvSpPr txBox="1"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210"/>
              <a:buNone/>
              <a:defRPr sz="2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None/>
              <a:defRPr/>
            </a:lvl3pPr>
            <a:lvl4pPr lvl="3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ctrTitle"/>
          </p:nvPr>
        </p:nvSpPr>
        <p:spPr>
          <a:xfrm>
            <a:off x="457200" y="1505932"/>
            <a:ext cx="82296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0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0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8"/>
          <p:cNvSpPr txBox="1"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8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2" name="Google Shape;32;p29"/>
          <p:cNvSpPr/>
          <p:nvPr/>
        </p:nvSpPr>
        <p:spPr>
          <a:xfrm>
            <a:off x="65314" y="69757"/>
            <a:ext cx="9013500" cy="6692100"/>
          </a:xfrm>
          <a:prstGeom prst="roundRect">
            <a:avLst>
              <a:gd name="adj" fmla="val 4929"/>
            </a:avLst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3" name="Google Shape;33;p29"/>
          <p:cNvSpPr/>
          <p:nvPr/>
        </p:nvSpPr>
        <p:spPr>
          <a:xfrm rot="10800000" flipH="1">
            <a:off x="69850" y="2376464"/>
            <a:ext cx="9013800" cy="9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4" name="Google Shape;34;p29"/>
          <p:cNvSpPr/>
          <p:nvPr/>
        </p:nvSpPr>
        <p:spPr>
          <a:xfrm>
            <a:off x="69850" y="2341564"/>
            <a:ext cx="9013800" cy="45900"/>
          </a:xfrm>
          <a:prstGeom prst="rect">
            <a:avLst/>
          </a:prstGeom>
          <a:solidFill>
            <a:srgbClr val="D8ADB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5" name="Google Shape;35;p29"/>
          <p:cNvSpPr/>
          <p:nvPr/>
        </p:nvSpPr>
        <p:spPr>
          <a:xfrm>
            <a:off x="68263" y="2468564"/>
            <a:ext cx="9015300" cy="45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6" name="Google Shape;36;p29"/>
          <p:cNvSpPr txBox="1">
            <a:spLocks noGrp="1"/>
          </p:cNvSpPr>
          <p:nvPr>
            <p:ph type="title"/>
          </p:nvPr>
        </p:nvSpPr>
        <p:spPr>
          <a:xfrm>
            <a:off x="722313" y="952502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9"/>
          <p:cNvSpPr txBox="1">
            <a:spLocks noGrp="1"/>
          </p:cNvSpPr>
          <p:nvPr>
            <p:ph type="body" idx="1"/>
          </p:nvPr>
        </p:nvSpPr>
        <p:spPr>
          <a:xfrm>
            <a:off x="722313" y="2547939"/>
            <a:ext cx="7772400" cy="13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04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Font typeface="Libre Baskerville"/>
              <a:buNone/>
              <a:defRPr sz="14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9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9"/>
          <p:cNvSpPr txBox="1">
            <a:spLocks noGrp="1"/>
          </p:cNvSpPr>
          <p:nvPr>
            <p:ph type="ftr" idx="11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9"/>
          <p:cNvSpPr>
            <a:spLocks noGrp="1"/>
          </p:cNvSpPr>
          <p:nvPr>
            <p:ph type="sldNum" idx="12"/>
          </p:nvPr>
        </p:nvSpPr>
        <p:spPr>
          <a:xfrm>
            <a:off x="146050" y="6208713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0"/>
          <p:cNvSpPr txBox="1"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0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37491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0"/>
          <p:cNvSpPr txBox="1">
            <a:spLocks noGrp="1"/>
          </p:cNvSpPr>
          <p:nvPr>
            <p:ph type="body" idx="2"/>
          </p:nvPr>
        </p:nvSpPr>
        <p:spPr>
          <a:xfrm>
            <a:off x="4933951" y="1447800"/>
            <a:ext cx="37491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30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0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0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1"/>
          <p:cNvSpPr txBox="1"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1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1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2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2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2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9" name="Google Shape;59;p33"/>
          <p:cNvSpPr/>
          <p:nvPr/>
        </p:nvSpPr>
        <p:spPr>
          <a:xfrm>
            <a:off x="63500" y="69850"/>
            <a:ext cx="9013800" cy="6693000"/>
          </a:xfrm>
          <a:prstGeom prst="roundRect">
            <a:avLst>
              <a:gd name="adj" fmla="val 4929"/>
            </a:avLst>
          </a:prstGeom>
          <a:solidFill>
            <a:schemeClr val="lt1"/>
          </a:solidFill>
          <a:ln w="9525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0" name="Google Shape;60;p33"/>
          <p:cNvSpPr txBox="1"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sz="40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3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1905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8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900"/>
              <a:buFont typeface="Libre Baskerville"/>
              <a:buNone/>
              <a:defRPr sz="900"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3"/>
          <p:cNvSpPr txBox="1">
            <a:spLocks noGrp="1"/>
          </p:cNvSpPr>
          <p:nvPr>
            <p:ph type="body" idx="2"/>
          </p:nvPr>
        </p:nvSpPr>
        <p:spPr>
          <a:xfrm>
            <a:off x="2971800" y="1600200"/>
            <a:ext cx="5715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33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3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3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4"/>
          <p:cNvSpPr/>
          <p:nvPr/>
        </p:nvSpPr>
        <p:spPr>
          <a:xfrm rot="10800000" flipH="1">
            <a:off x="68263" y="4683101"/>
            <a:ext cx="9007500" cy="9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8" name="Google Shape;68;p34"/>
          <p:cNvSpPr/>
          <p:nvPr/>
        </p:nvSpPr>
        <p:spPr>
          <a:xfrm>
            <a:off x="68263" y="4649789"/>
            <a:ext cx="9007500" cy="45900"/>
          </a:xfrm>
          <a:prstGeom prst="rect">
            <a:avLst/>
          </a:prstGeom>
          <a:solidFill>
            <a:srgbClr val="D8ADB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9" name="Google Shape;69;p34"/>
          <p:cNvSpPr/>
          <p:nvPr/>
        </p:nvSpPr>
        <p:spPr>
          <a:xfrm>
            <a:off x="68263" y="4773614"/>
            <a:ext cx="9007500" cy="47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0" name="Google Shape;70;p34"/>
          <p:cNvSpPr txBox="1">
            <a:spLocks noGrp="1"/>
          </p:cNvSpPr>
          <p:nvPr>
            <p:ph type="title"/>
          </p:nvPr>
        </p:nvSpPr>
        <p:spPr>
          <a:xfrm>
            <a:off x="914400" y="4900550"/>
            <a:ext cx="7315200" cy="5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  <a:defRPr sz="2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4"/>
          <p:cNvSpPr txBox="1">
            <a:spLocks noGrp="1"/>
          </p:cNvSpPr>
          <p:nvPr>
            <p:ph type="body" idx="1"/>
          </p:nvPr>
        </p:nvSpPr>
        <p:spPr>
          <a:xfrm>
            <a:off x="914400" y="5445825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360"/>
              <a:buFont typeface="Libre Baskerville"/>
              <a:buNone/>
              <a:defRPr sz="1600"/>
            </a:lvl1pPr>
            <a:lvl2pPr marL="914400" lvl="1" indent="-293369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020"/>
              <a:buChar char="⚫"/>
              <a:defRPr sz="1200"/>
            </a:lvl2pPr>
            <a:lvl3pPr marL="1371600" lvl="2" indent="-2825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850"/>
              <a:buChar char="⚫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720"/>
              <a:buChar char="⚫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900"/>
              <a:buFont typeface="Libre Baskerville"/>
              <a:buChar char="o"/>
              <a:defRPr sz="900"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34"/>
          <p:cNvSpPr>
            <a:spLocks noGrp="1"/>
          </p:cNvSpPr>
          <p:nvPr>
            <p:ph type="pic" idx="2"/>
          </p:nvPr>
        </p:nvSpPr>
        <p:spPr>
          <a:xfrm>
            <a:off x="68309" y="66677"/>
            <a:ext cx="9001800" cy="4581600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34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4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4"/>
          <p:cNvSpPr>
            <a:spLocks noGrp="1"/>
          </p:cNvSpPr>
          <p:nvPr>
            <p:ph type="sldNum" idx="12"/>
          </p:nvPr>
        </p:nvSpPr>
        <p:spPr>
          <a:xfrm>
            <a:off x="146050" y="6208713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5"/>
          <p:cNvSpPr txBox="1"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5"/>
          <p:cNvSpPr txBox="1">
            <a:spLocks noGrp="1"/>
          </p:cNvSpPr>
          <p:nvPr>
            <p:ph type="body" idx="1"/>
          </p:nvPr>
        </p:nvSpPr>
        <p:spPr>
          <a:xfrm rot="5400000">
            <a:off x="2514600" y="-15240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35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5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5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6"/>
          <p:cNvSpPr txBox="1">
            <a:spLocks noGrp="1"/>
          </p:cNvSpPr>
          <p:nvPr>
            <p:ph type="title"/>
          </p:nvPr>
        </p:nvSpPr>
        <p:spPr>
          <a:xfrm rot="5400000">
            <a:off x="4709430" y="2194493"/>
            <a:ext cx="5851500" cy="20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6"/>
          <p:cNvSpPr txBox="1">
            <a:spLocks noGrp="1"/>
          </p:cNvSpPr>
          <p:nvPr>
            <p:ph type="body" idx="1"/>
          </p:nvPr>
        </p:nvSpPr>
        <p:spPr>
          <a:xfrm rot="5400000">
            <a:off x="769950" y="419091"/>
            <a:ext cx="5851500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6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6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6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  <a:defRPr sz="2600">
                <a:solidFill>
                  <a:srgbClr val="341108"/>
                </a:solidFill>
              </a:defRPr>
            </a:lvl1pPr>
            <a:lvl2pPr lvl="1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22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2F8DA4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2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>
            <a:solidFill>
              <a:srgbClr val="317F92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5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10" name="Google Shape;110;p25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5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7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7"/>
          <p:cNvSpPr txBox="1"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000"/>
              <a:buFont typeface="Gill Sans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37"/>
          <p:cNvSpPr txBox="1"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34110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17" name="Google Shape;117;p37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7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37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37"/>
          <p:cNvSpPr/>
          <p:nvPr/>
        </p:nvSpPr>
        <p:spPr>
          <a:xfrm>
            <a:off x="2286000" y="0"/>
            <a:ext cx="76200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dist="38000" dir="10800000" algn="tl" rotWithShape="0">
              <a:srgbClr val="6F6A5F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2F8DA4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7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>
            <a:solidFill>
              <a:srgbClr val="317F92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8"/>
          <p:cNvSpPr txBox="1"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38"/>
          <p:cNvSpPr txBox="1">
            <a:spLocks noGrp="1"/>
          </p:cNvSpPr>
          <p:nvPr>
            <p:ph type="body" idx="1"/>
          </p:nvPr>
        </p:nvSpPr>
        <p:spPr>
          <a:xfrm>
            <a:off x="143560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08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26" name="Google Shape;126;p38"/>
          <p:cNvSpPr txBox="1">
            <a:spLocks noGrp="1"/>
          </p:cNvSpPr>
          <p:nvPr>
            <p:ph type="body" idx="2"/>
          </p:nvPr>
        </p:nvSpPr>
        <p:spPr>
          <a:xfrm>
            <a:off x="527608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08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27" name="Google Shape;127;p38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8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8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9"/>
          <p:cNvSpPr txBox="1"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500"/>
              <a:buFont typeface="Gill Sans"/>
              <a:buNone/>
              <a:defRPr sz="45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9"/>
          <p:cNvSpPr txBox="1"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sz="19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33" name="Google Shape;133;p39"/>
          <p:cNvSpPr txBox="1">
            <a:spLocks noGrp="1"/>
          </p:cNvSpPr>
          <p:nvPr>
            <p:ph type="body" idx="2"/>
          </p:nvPr>
        </p:nvSpPr>
        <p:spPr>
          <a:xfrm>
            <a:off x="4663440" y="328278"/>
            <a:ext cx="4023360" cy="640080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sz="19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34" name="Google Shape;134;p39"/>
          <p:cNvSpPr txBox="1">
            <a:spLocks noGrp="1"/>
          </p:cNvSpPr>
          <p:nvPr>
            <p:ph type="body" idx="3"/>
          </p:nvPr>
        </p:nvSpPr>
        <p:spPr>
          <a:xfrm>
            <a:off x="457200" y="969336"/>
            <a:ext cx="4023360" cy="4114800"/>
          </a:xfrm>
          <a:prstGeom prst="rect">
            <a:avLst/>
          </a:prstGeom>
          <a:noFill/>
          <a:ln w="1077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052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35" name="Google Shape;135;p39"/>
          <p:cNvSpPr txBox="1">
            <a:spLocks noGrp="1"/>
          </p:cNvSpPr>
          <p:nvPr>
            <p:ph type="body" idx="4"/>
          </p:nvPr>
        </p:nvSpPr>
        <p:spPr>
          <a:xfrm>
            <a:off x="4663440" y="969336"/>
            <a:ext cx="4023360" cy="4114800"/>
          </a:xfrm>
          <a:prstGeom prst="rect">
            <a:avLst/>
          </a:prstGeom>
          <a:noFill/>
          <a:ln w="1077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052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36" name="Google Shape;136;p39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9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9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0"/>
          <p:cNvSpPr txBox="1"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40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0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40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1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1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41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41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41"/>
          <p:cNvSpPr/>
          <p:nvPr/>
        </p:nvSpPr>
        <p:spPr>
          <a:xfrm>
            <a:off x="1014984" y="-54"/>
            <a:ext cx="73152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dist="38000" dir="10800000" algn="tl" rotWithShape="0">
              <a:srgbClr val="6F6A5F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2"/>
          <p:cNvSpPr txBox="1"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200"/>
              <a:buFont typeface="Gill Sans"/>
              <a:buNone/>
              <a:defRPr sz="2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42"/>
          <p:cNvSpPr txBox="1">
            <a:spLocks noGrp="1"/>
          </p:cNvSpPr>
          <p:nvPr>
            <p:ph type="body" idx="1"/>
          </p:nvPr>
        </p:nvSpPr>
        <p:spPr>
          <a:xfrm>
            <a:off x="457200" y="1406964"/>
            <a:ext cx="38100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53" name="Google Shape;153;p42"/>
          <p:cNvSpPr txBox="1">
            <a:spLocks noGrp="1"/>
          </p:cNvSpPr>
          <p:nvPr>
            <p:ph type="body" idx="2"/>
          </p:nvPr>
        </p:nvSpPr>
        <p:spPr>
          <a:xfrm>
            <a:off x="457200" y="2133600"/>
            <a:ext cx="8153400" cy="399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116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54" name="Google Shape;154;p42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42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42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3"/>
          <p:cNvSpPr txBox="1"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100"/>
              <a:buFont typeface="Gill Sans"/>
              <a:buNone/>
              <a:defRPr sz="21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43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43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43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43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500" dist="18500" dir="5400000" algn="t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274300" rIns="91425" bIns="45700" anchor="t" anchorCtr="0">
            <a:noAutofit/>
          </a:bodyPr>
          <a:lstStyle/>
          <a:p>
            <a:pPr marL="0" marR="0" lvl="0" indent="0" algn="l" rtl="0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3" name="Google Shape;163;p43"/>
          <p:cNvSpPr>
            <a:spLocks noGrp="1"/>
          </p:cNvSpPr>
          <p:nvPr>
            <p:ph type="pic" idx="2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64" name="Google Shape;164;p43"/>
          <p:cNvSpPr/>
          <p:nvPr/>
        </p:nvSpPr>
        <p:spPr>
          <a:xfrm rot="-2131329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w="95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25400" dir="3300000" sx="96000" sy="96000" algn="tl" rotWithShape="0">
              <a:srgbClr val="EAD8B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3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w="95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25400" dir="3300000" sx="96000" sy="96000" algn="tl" rotWithShape="0">
              <a:schemeClr val="lt2">
                <a:alpha val="20000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3"/>
          <p:cNvSpPr txBox="1">
            <a:spLocks noGrp="1"/>
          </p:cNvSpPr>
          <p:nvPr>
            <p:ph type="body" idx="1"/>
          </p:nvPr>
        </p:nvSpPr>
        <p:spPr>
          <a:xfrm>
            <a:off x="838200" y="4800600"/>
            <a:ext cx="441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777777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Char char="◦"/>
              <a:defRPr sz="1200"/>
            </a:lvl2pPr>
            <a:lvl3pPr marL="1371600" lvl="2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3pPr>
            <a:lvl4pPr marL="1828800" lvl="3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4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44"/>
          <p:cNvSpPr txBox="1">
            <a:spLocks noGrp="1"/>
          </p:cNvSpPr>
          <p:nvPr>
            <p:ph type="body" idx="1"/>
          </p:nvPr>
        </p:nvSpPr>
        <p:spPr>
          <a:xfrm rot="5400000">
            <a:off x="2784348" y="99060"/>
            <a:ext cx="4800600" cy="749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70" name="Google Shape;170;p44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44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44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5"/>
          <p:cNvSpPr txBox="1">
            <a:spLocks noGrp="1"/>
          </p:cNvSpPr>
          <p:nvPr>
            <p:ph type="title"/>
          </p:nvPr>
        </p:nvSpPr>
        <p:spPr>
          <a:xfrm rot="5400000">
            <a:off x="4846638" y="2286002"/>
            <a:ext cx="5851525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45"/>
          <p:cNvSpPr txBox="1">
            <a:spLocks noGrp="1"/>
          </p:cNvSpPr>
          <p:nvPr>
            <p:ph type="body" idx="1"/>
          </p:nvPr>
        </p:nvSpPr>
        <p:spPr>
          <a:xfrm rot="5400000">
            <a:off x="998538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76" name="Google Shape;176;p45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5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45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5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4" name="Google Shape;194;p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5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0" name="Google Shape;200;p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5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5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5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06" name="Google Shape;206;p5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07" name="Google Shape;207;p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5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13" name="Google Shape;213;p5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14" name="Google Shape;214;p5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15" name="Google Shape;215;p5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16" name="Google Shape;216;p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6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6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6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31" name="Google Shape;231;p6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32" name="Google Shape;232;p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6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6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6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39" name="Google Shape;239;p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64"/>
          <p:cNvSpPr txBox="1">
            <a:spLocks noGrp="1"/>
          </p:cNvSpPr>
          <p:nvPr>
            <p:ph type="body" idx="1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5" name="Google Shape;245;p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5"/>
          <p:cNvSpPr txBox="1">
            <a:spLocks noGrp="1"/>
          </p:cNvSpPr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65"/>
          <p:cNvSpPr txBox="1">
            <a:spLocks noGrp="1"/>
          </p:cNvSpPr>
          <p:nvPr>
            <p:ph type="body" idx="1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1" name="Google Shape;251;p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7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27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68" name="Google Shape;268;p27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7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27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6"/>
          <p:cNvSpPr txBox="1"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46"/>
          <p:cNvSpPr txBox="1"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  <a:defRPr sz="2600">
                <a:solidFill>
                  <a:srgbClr val="341108"/>
                </a:solidFill>
              </a:defRPr>
            </a:lvl1pPr>
            <a:lvl2pPr lvl="1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46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46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46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" name="Google Shape;277;p46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2F8DA4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6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>
            <a:solidFill>
              <a:srgbClr val="317F92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7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7"/>
          <p:cNvSpPr txBox="1"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000"/>
              <a:buFont typeface="Gill Sans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47"/>
          <p:cNvSpPr txBox="1"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34110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83" name="Google Shape;283;p47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47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47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" name="Google Shape;286;p47"/>
          <p:cNvSpPr/>
          <p:nvPr/>
        </p:nvSpPr>
        <p:spPr>
          <a:xfrm>
            <a:off x="2286000" y="0"/>
            <a:ext cx="76200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dist="38000" dir="10800000" algn="tl" rotWithShape="0">
              <a:srgbClr val="6F6A5F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4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2F8DA4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7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>
            <a:solidFill>
              <a:srgbClr val="317F92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8"/>
          <p:cNvSpPr txBox="1"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48"/>
          <p:cNvSpPr txBox="1">
            <a:spLocks noGrp="1"/>
          </p:cNvSpPr>
          <p:nvPr>
            <p:ph type="body" idx="1"/>
          </p:nvPr>
        </p:nvSpPr>
        <p:spPr>
          <a:xfrm>
            <a:off x="143560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08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92" name="Google Shape;292;p48"/>
          <p:cNvSpPr txBox="1">
            <a:spLocks noGrp="1"/>
          </p:cNvSpPr>
          <p:nvPr>
            <p:ph type="body" idx="2"/>
          </p:nvPr>
        </p:nvSpPr>
        <p:spPr>
          <a:xfrm>
            <a:off x="527608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08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93" name="Google Shape;293;p48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48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48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9"/>
          <p:cNvSpPr txBox="1"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500"/>
              <a:buFont typeface="Gill Sans"/>
              <a:buNone/>
              <a:defRPr sz="45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49"/>
          <p:cNvSpPr txBox="1"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sz="19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99" name="Google Shape;299;p49"/>
          <p:cNvSpPr txBox="1">
            <a:spLocks noGrp="1"/>
          </p:cNvSpPr>
          <p:nvPr>
            <p:ph type="body" idx="2"/>
          </p:nvPr>
        </p:nvSpPr>
        <p:spPr>
          <a:xfrm>
            <a:off x="4663440" y="328278"/>
            <a:ext cx="4023360" cy="640080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sz="19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00" name="Google Shape;300;p49"/>
          <p:cNvSpPr txBox="1">
            <a:spLocks noGrp="1"/>
          </p:cNvSpPr>
          <p:nvPr>
            <p:ph type="body" idx="3"/>
          </p:nvPr>
        </p:nvSpPr>
        <p:spPr>
          <a:xfrm>
            <a:off x="457200" y="969336"/>
            <a:ext cx="4023360" cy="4114800"/>
          </a:xfrm>
          <a:prstGeom prst="rect">
            <a:avLst/>
          </a:prstGeom>
          <a:noFill/>
          <a:ln w="1077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052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01" name="Google Shape;301;p49"/>
          <p:cNvSpPr txBox="1">
            <a:spLocks noGrp="1"/>
          </p:cNvSpPr>
          <p:nvPr>
            <p:ph type="body" idx="4"/>
          </p:nvPr>
        </p:nvSpPr>
        <p:spPr>
          <a:xfrm>
            <a:off x="4663440" y="969336"/>
            <a:ext cx="4023360" cy="4114800"/>
          </a:xfrm>
          <a:prstGeom prst="rect">
            <a:avLst/>
          </a:prstGeom>
          <a:noFill/>
          <a:ln w="1077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052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02" name="Google Shape;302;p49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49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49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0"/>
          <p:cNvSpPr txBox="1"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50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50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50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1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1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51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51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5" name="Google Shape;315;p51"/>
          <p:cNvSpPr/>
          <p:nvPr/>
        </p:nvSpPr>
        <p:spPr>
          <a:xfrm>
            <a:off x="1014984" y="-54"/>
            <a:ext cx="73152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dist="38000" dir="10800000" algn="tl" rotWithShape="0">
              <a:srgbClr val="6F6A5F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2"/>
          <p:cNvSpPr txBox="1"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200"/>
              <a:buFont typeface="Gill Sans"/>
              <a:buNone/>
              <a:defRPr sz="2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52"/>
          <p:cNvSpPr txBox="1">
            <a:spLocks noGrp="1"/>
          </p:cNvSpPr>
          <p:nvPr>
            <p:ph type="body" idx="1"/>
          </p:nvPr>
        </p:nvSpPr>
        <p:spPr>
          <a:xfrm>
            <a:off x="457200" y="1406964"/>
            <a:ext cx="38100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19" name="Google Shape;319;p52"/>
          <p:cNvSpPr txBox="1">
            <a:spLocks noGrp="1"/>
          </p:cNvSpPr>
          <p:nvPr>
            <p:ph type="body" idx="2"/>
          </p:nvPr>
        </p:nvSpPr>
        <p:spPr>
          <a:xfrm>
            <a:off x="457200" y="2133600"/>
            <a:ext cx="8153400" cy="399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116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20" name="Google Shape;320;p52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52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52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3"/>
          <p:cNvSpPr txBox="1"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100"/>
              <a:buFont typeface="Gill Sans"/>
              <a:buNone/>
              <a:defRPr sz="21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53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53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53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8" name="Google Shape;328;p53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500" dist="18500" dir="5400000" algn="t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274300" rIns="91425" bIns="45700" anchor="t" anchorCtr="0">
            <a:noAutofit/>
          </a:bodyPr>
          <a:lstStyle/>
          <a:p>
            <a:pPr marL="0" marR="0" lvl="0" indent="0" algn="l" rtl="0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9" name="Google Shape;329;p53"/>
          <p:cNvSpPr>
            <a:spLocks noGrp="1"/>
          </p:cNvSpPr>
          <p:nvPr>
            <p:ph type="pic" idx="2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30" name="Google Shape;330;p53"/>
          <p:cNvSpPr/>
          <p:nvPr/>
        </p:nvSpPr>
        <p:spPr>
          <a:xfrm rot="-2131329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w="95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25400" dir="3300000" sx="96000" sy="96000" algn="tl" rotWithShape="0">
              <a:srgbClr val="EAD8B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53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w="95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25400" dir="3300000" sx="96000" sy="96000" algn="tl" rotWithShape="0">
              <a:schemeClr val="lt2">
                <a:alpha val="20000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53"/>
          <p:cNvSpPr txBox="1">
            <a:spLocks noGrp="1"/>
          </p:cNvSpPr>
          <p:nvPr>
            <p:ph type="body" idx="1"/>
          </p:nvPr>
        </p:nvSpPr>
        <p:spPr>
          <a:xfrm>
            <a:off x="838200" y="4800600"/>
            <a:ext cx="441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777777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Char char="◦"/>
              <a:defRPr sz="1200"/>
            </a:lvl2pPr>
            <a:lvl3pPr marL="1371600" lvl="2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3pPr>
            <a:lvl4pPr marL="1828800" lvl="3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4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54"/>
          <p:cNvSpPr txBox="1">
            <a:spLocks noGrp="1"/>
          </p:cNvSpPr>
          <p:nvPr>
            <p:ph type="body" idx="1"/>
          </p:nvPr>
        </p:nvSpPr>
        <p:spPr>
          <a:xfrm rot="5400000">
            <a:off x="2784348" y="99060"/>
            <a:ext cx="4800600" cy="749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36" name="Google Shape;336;p54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54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54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5"/>
          <p:cNvSpPr txBox="1">
            <a:spLocks noGrp="1"/>
          </p:cNvSpPr>
          <p:nvPr>
            <p:ph type="title"/>
          </p:nvPr>
        </p:nvSpPr>
        <p:spPr>
          <a:xfrm rot="5400000">
            <a:off x="4846638" y="2286002"/>
            <a:ext cx="5851525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p55"/>
          <p:cNvSpPr txBox="1">
            <a:spLocks noGrp="1"/>
          </p:cNvSpPr>
          <p:nvPr>
            <p:ph type="body" idx="1"/>
          </p:nvPr>
        </p:nvSpPr>
        <p:spPr>
          <a:xfrm rot="5400000">
            <a:off x="998538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42" name="Google Shape;342;p55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55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55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" name="Google Shape;7;p19"/>
          <p:cNvSpPr/>
          <p:nvPr/>
        </p:nvSpPr>
        <p:spPr>
          <a:xfrm>
            <a:off x="63500" y="69850"/>
            <a:ext cx="9013800" cy="6693000"/>
          </a:xfrm>
          <a:prstGeom prst="roundRect">
            <a:avLst>
              <a:gd name="adj" fmla="val 4929"/>
            </a:avLst>
          </a:prstGeom>
          <a:solidFill>
            <a:schemeClr val="lt1"/>
          </a:solidFill>
          <a:ln w="9525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" name="Google Shape;8;p19"/>
          <p:cNvSpPr txBox="1"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93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E6B1AB"/>
              </a:buClr>
              <a:buSzPts val="17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16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2000"/>
              <a:buFont typeface="Libre Baskerville"/>
              <a:buChar char="o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D8ADB7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D2B7D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alphaModFix/>
          </a:blip>
          <a:tile tx="0" ty="0" sx="90000" sy="90000" flip="xy" algn="tl"/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rgbClr val="FEF9F3">
              <a:alpha val="32941"/>
            </a:srgbClr>
          </a:solidFill>
          <a:ln w="9525" cap="rnd" cmpd="sng">
            <a:solidFill>
              <a:srgbClr val="D1C1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1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0" cap="rnd" cmpd="sng">
            <a:solidFill>
              <a:srgbClr val="FFF5DB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25400" dir="5400000" algn="tl" rotWithShape="0">
              <a:srgbClr val="ADA48C">
                <a:alpha val="8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1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C5B39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15000" dir="4500000" algn="tl" rotWithShape="0">
              <a:srgbClr val="564E4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1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 sz="4300" b="0" i="0" u="none" strike="noStrike" cap="non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9116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21"/>
          <p:cNvSpPr/>
          <p:nvPr/>
        </p:nvSpPr>
        <p:spPr>
          <a:xfrm>
            <a:off x="1014984" y="-54"/>
            <a:ext cx="73152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dist="38000" dir="10800000" algn="tl" rotWithShape="0">
              <a:srgbClr val="6F6A5F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1" name="Google Shape;181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2" name="Google Shape;18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" name="Google Shape;18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alphaModFix/>
          </a:blip>
          <a:tile tx="0" ty="0" sx="90000" sy="90000" flip="xy" algn="tl"/>
        </a:blip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rgbClr val="FEF9F3">
              <a:alpha val="32941"/>
            </a:srgbClr>
          </a:solidFill>
          <a:ln w="9525" cap="rnd" cmpd="sng">
            <a:solidFill>
              <a:srgbClr val="D1C1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6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0" cap="rnd" cmpd="sng">
            <a:solidFill>
              <a:srgbClr val="FFF5DB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25400" dir="5400000" algn="tl" rotWithShape="0">
              <a:srgbClr val="ADA48C">
                <a:alpha val="8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6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C5B39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15000" dir="4500000" algn="tl" rotWithShape="0">
              <a:srgbClr val="564E4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6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 sz="4300" b="0" i="0" u="none" strike="noStrike" cap="non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0" name="Google Shape;260;p26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9116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61" name="Google Shape;261;p26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2" name="Google Shape;262;p26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3" name="Google Shape;263;p26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4" name="Google Shape;264;p26"/>
          <p:cNvSpPr/>
          <p:nvPr/>
        </p:nvSpPr>
        <p:spPr>
          <a:xfrm>
            <a:off x="1014984" y="-54"/>
            <a:ext cx="73152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dist="38000" dir="10800000" algn="tl" rotWithShape="0">
              <a:srgbClr val="6F6A5F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"/>
          <p:cNvSpPr/>
          <p:nvPr/>
        </p:nvSpPr>
        <p:spPr>
          <a:xfrm>
            <a:off x="2050325" y="3411801"/>
            <a:ext cx="5896800" cy="1767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800" b="1" dirty="0">
                <a:solidFill>
                  <a:schemeClr val="dk1"/>
                </a:solidFill>
              </a:rPr>
              <a:t>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dirty="0">
                <a:solidFill>
                  <a:schemeClr val="dk1"/>
                </a:solidFill>
              </a:rPr>
              <a:t>SDG 11 – Sustainable Cities and Communities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111624104095 - SHAIK RESHMA</a:t>
            </a:r>
            <a:endParaRPr sz="26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111624104101 - SRI AKSHAYA.M</a:t>
            </a:r>
            <a:endParaRPr sz="26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111624104106 - HARINMAI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111624104095 - SHAIK RESHMA</a:t>
            </a:r>
            <a:endParaRPr sz="2800" b="1" dirty="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111624104101 - SRI AKSHAYA.M</a:t>
            </a:r>
            <a:endParaRPr sz="2800" b="1" dirty="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111624104106 - HARINMAI.T</a:t>
            </a:r>
            <a:endParaRPr sz="2800" b="1" dirty="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"/>
          <p:cNvSpPr/>
          <p:nvPr/>
        </p:nvSpPr>
        <p:spPr>
          <a:xfrm>
            <a:off x="1486694" y="5274234"/>
            <a:ext cx="6323013" cy="129266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C6600"/>
                </a:solidFill>
                <a:latin typeface="Calibri"/>
                <a:ea typeface="Calibri"/>
                <a:cs typeface="Calibri"/>
                <a:sym typeface="Calibri"/>
              </a:rPr>
              <a:t>Under the Guidance of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Dr.S.MUTHUMANICKAM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"/>
          <p:cNvSpPr/>
          <p:nvPr/>
        </p:nvSpPr>
        <p:spPr>
          <a:xfrm>
            <a:off x="381000" y="1828800"/>
            <a:ext cx="85344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354" name="Google Shape;354;p1"/>
          <p:cNvGraphicFramePr/>
          <p:nvPr/>
        </p:nvGraphicFramePr>
        <p:xfrm>
          <a:off x="9526" y="25400"/>
          <a:ext cx="9134475" cy="1766900"/>
        </p:xfrm>
        <a:graphic>
          <a:graphicData uri="http://schemas.openxmlformats.org/drawingml/2006/table">
            <a:tbl>
              <a:tblPr firstRow="1" bandRow="1">
                <a:noFill/>
                <a:tableStyleId>{F9E48FC9-12B5-4E8C-B1B3-CFADDF9E27DD}</a:tableStyleId>
              </a:tblPr>
              <a:tblGrid>
                <a:gridCol w="913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ANNA UNIVERSITY,  CHENNAI – 600 025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5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R.M.K. COLLEGE OF ENGINEERING AND TECHNOLOGY</a:t>
                      </a:r>
                      <a:endParaRPr sz="1400" u="none" strike="noStrike" cap="none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DEPARTMENT OF ELECTRONICS AND COMMUNICATION</a:t>
                      </a:r>
                      <a:endParaRPr sz="1400" u="none" strike="noStrike" cap="none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ENGINEERING</a:t>
                      </a:r>
                      <a:endParaRPr sz="18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rgbClr val="892D4E"/>
                          </a:solidFill>
                        </a:rPr>
                        <a:t>B.E – PRODUCT DEVELOPMENT LAB</a:t>
                      </a:r>
                      <a:r>
                        <a:rPr lang="en-US" sz="1800" b="1" dirty="0">
                          <a:solidFill>
                            <a:srgbClr val="892D4E"/>
                          </a:solidFill>
                        </a:rPr>
                        <a:t>-II</a:t>
                      </a:r>
                      <a:endParaRPr sz="1800" b="1" u="none" strike="noStrike" cap="none" dirty="0">
                        <a:solidFill>
                          <a:srgbClr val="892D4E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55" name="Google Shape;355;p1" descr="ANNA UNIVERSIT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519117"/>
            <a:ext cx="839788" cy="7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"/>
          <p:cNvSpPr/>
          <p:nvPr/>
        </p:nvSpPr>
        <p:spPr>
          <a:xfrm>
            <a:off x="-103350" y="1828799"/>
            <a:ext cx="9134475" cy="12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SzPts val="3200"/>
            </a:pPr>
            <a:r>
              <a:rPr lang="en-IN" sz="2400" b="1" dirty="0"/>
              <a:t>SMART ROAD SAFETY SYSTEM USING DRIVER </a:t>
            </a:r>
          </a:p>
          <a:p>
            <a:pPr algn="ctr">
              <a:buSzPts val="3200"/>
            </a:pPr>
            <a:r>
              <a:rPr lang="en-IN" sz="2400" b="1" dirty="0"/>
              <a:t>DROWSINESS DETECTION</a:t>
            </a:r>
            <a:endParaRPr lang="en-IN" sz="24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dirty="0">
              <a:solidFill>
                <a:srgbClr val="FFFFFF"/>
              </a:solidFill>
            </a:endParaRPr>
          </a:p>
        </p:txBody>
      </p:sp>
      <p:pic>
        <p:nvPicPr>
          <p:cNvPr id="357" name="Google Shape;35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53400" y="457200"/>
            <a:ext cx="8382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"/>
          <p:cNvSpPr txBox="1">
            <a:spLocks noGrp="1"/>
          </p:cNvSpPr>
          <p:nvPr>
            <p:ph type="ctrTitle"/>
          </p:nvPr>
        </p:nvSpPr>
        <p:spPr>
          <a:xfrm>
            <a:off x="311700" y="537601"/>
            <a:ext cx="8515059" cy="84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 b="1" i="1"/>
              <a:t>CONTENTS</a:t>
            </a:r>
            <a:endParaRPr b="1" i="1"/>
          </a:p>
        </p:txBody>
      </p:sp>
      <p:sp>
        <p:nvSpPr>
          <p:cNvPr id="363" name="Google Shape;363;p2"/>
          <p:cNvSpPr txBox="1">
            <a:spLocks noGrp="1"/>
          </p:cNvSpPr>
          <p:nvPr>
            <p:ph type="subTitle" idx="1"/>
          </p:nvPr>
        </p:nvSpPr>
        <p:spPr>
          <a:xfrm>
            <a:off x="1296955" y="1591443"/>
            <a:ext cx="7376799" cy="43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514350" lvl="0" indent="-484632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79999"/>
              <a:buFont typeface="Gill Sans"/>
              <a:buChar char="●"/>
            </a:pPr>
            <a:r>
              <a:rPr lang="en-US" b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dirty="0"/>
          </a:p>
          <a:p>
            <a:pPr marL="514350" lvl="0" indent="-484632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79999"/>
              <a:buFont typeface="Gill Sans"/>
              <a:buChar char="●"/>
            </a:pPr>
            <a:r>
              <a:rPr lang="en-US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dirty="0"/>
          </a:p>
          <a:p>
            <a:pPr marL="514350" lvl="0" indent="-484632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79999"/>
              <a:buFont typeface="Gill Sans"/>
              <a:buChar char="●"/>
            </a:pPr>
            <a:r>
              <a:rPr lang="en-US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LITERATURE REVIEW</a:t>
            </a:r>
            <a:endParaRPr b="1" dirty="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lvl="0" indent="-484632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ct val="79999"/>
              <a:buFont typeface="Arial"/>
              <a:buChar char="●"/>
            </a:pPr>
            <a:r>
              <a:rPr lang="en-US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1" dirty="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lvl="0" indent="-484632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79999"/>
              <a:buFont typeface="Gill Sans"/>
              <a:buChar char="●"/>
            </a:pPr>
            <a:r>
              <a:rPr lang="en-US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PROPOSED WORK</a:t>
            </a:r>
            <a:endParaRPr b="1" dirty="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lvl="0" indent="-484632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ct val="79999"/>
              <a:buFont typeface="Arial"/>
              <a:buChar char="●"/>
            </a:pPr>
            <a:r>
              <a:rPr lang="en-US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endParaRPr b="1" dirty="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lvl="0" indent="-484632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ct val="79999"/>
              <a:buFont typeface="Arial"/>
              <a:buChar char="●"/>
            </a:pPr>
            <a:r>
              <a:rPr lang="en-US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FLOW DIAGRAM</a:t>
            </a:r>
            <a:endParaRPr b="1" dirty="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lvl="0" indent="-484632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ct val="79999"/>
              <a:buFont typeface="Arial"/>
              <a:buChar char="●"/>
            </a:pPr>
            <a:r>
              <a:rPr lang="en-US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BLOCK DIAGRAM</a:t>
            </a:r>
            <a:endParaRPr b="1" dirty="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lvl="0" indent="-484632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79999"/>
              <a:buFont typeface="Gill Sans"/>
              <a:buChar char="●"/>
            </a:pPr>
            <a:r>
              <a:rPr lang="en-US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dirty="0"/>
          </a:p>
          <a:p>
            <a:pPr marL="514350" lvl="0" indent="-484632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79999"/>
              <a:buFont typeface="Gill Sans"/>
              <a:buChar char="●"/>
            </a:pPr>
            <a:r>
              <a:rPr lang="en-US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"/>
          <p:cNvSpPr txBox="1">
            <a:spLocks noGrp="1"/>
          </p:cNvSpPr>
          <p:nvPr>
            <p:ph type="ctrTitle"/>
          </p:nvPr>
        </p:nvSpPr>
        <p:spPr>
          <a:xfrm>
            <a:off x="623400" y="476770"/>
            <a:ext cx="8520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 b="1" i="1"/>
              <a:t>OBJECTIVES</a:t>
            </a:r>
            <a:endParaRPr b="1" i="1"/>
          </a:p>
        </p:txBody>
      </p:sp>
      <p:sp>
        <p:nvSpPr>
          <p:cNvPr id="369" name="Google Shape;369;p3"/>
          <p:cNvSpPr txBox="1">
            <a:spLocks noGrp="1"/>
          </p:cNvSpPr>
          <p:nvPr>
            <p:ph type="subTitle" idx="1"/>
          </p:nvPr>
        </p:nvSpPr>
        <p:spPr>
          <a:xfrm>
            <a:off x="1504150" y="1824325"/>
            <a:ext cx="7335000" cy="41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detect driver drowsiness in real-time.</a:t>
            </a:r>
            <a:b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alert the driver before an accident occurs.</a:t>
            </a:r>
            <a:b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reduce road accidents caused by fatigue.</a:t>
            </a:r>
            <a:b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design a low-cost and reliable safety system.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305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8107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"/>
          <p:cNvSpPr txBox="1">
            <a:spLocks noGrp="1"/>
          </p:cNvSpPr>
          <p:nvPr>
            <p:ph type="ctrTitle"/>
          </p:nvPr>
        </p:nvSpPr>
        <p:spPr>
          <a:xfrm>
            <a:off x="988425" y="374641"/>
            <a:ext cx="7772400" cy="8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773"/>
              <a:buFont typeface="Gill Sans"/>
              <a:buNone/>
            </a:pPr>
            <a:r>
              <a:rPr lang="en-US" b="1" i="1"/>
              <a:t>INTRODUCTION</a:t>
            </a:r>
            <a:endParaRPr b="1" i="1"/>
          </a:p>
        </p:txBody>
      </p:sp>
      <p:sp>
        <p:nvSpPr>
          <p:cNvPr id="375" name="Google Shape;375;p4"/>
          <p:cNvSpPr txBox="1">
            <a:spLocks noGrp="1"/>
          </p:cNvSpPr>
          <p:nvPr>
            <p:ph type="subTitle" idx="1"/>
          </p:nvPr>
        </p:nvSpPr>
        <p:spPr>
          <a:xfrm>
            <a:off x="868650" y="1632377"/>
            <a:ext cx="4791921" cy="4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/>
          <a:p>
            <a:pPr marL="457200" lvl="0" indent="-338074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24"/>
              <a:buChar char="●"/>
            </a:pPr>
            <a:r>
              <a:rPr lang="en-US" sz="2205" dirty="0"/>
              <a:t>Road accidents are increasing due to driver fatigue.</a:t>
            </a:r>
            <a:br>
              <a:rPr lang="en-US" sz="2205" dirty="0"/>
            </a:br>
            <a:endParaRPr sz="2205" dirty="0"/>
          </a:p>
          <a:p>
            <a:pPr marL="457200" lvl="0" indent="-33807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24"/>
              <a:buChar char="●"/>
            </a:pPr>
            <a:r>
              <a:rPr lang="en-US" sz="2205" dirty="0"/>
              <a:t>Drowsiness reduces reaction time and concentration.</a:t>
            </a:r>
            <a:br>
              <a:rPr lang="en-US" sz="2205" dirty="0"/>
            </a:br>
            <a:endParaRPr sz="2205" dirty="0"/>
          </a:p>
          <a:p>
            <a:pPr marL="457200" lvl="0" indent="-33807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24"/>
              <a:buChar char="●"/>
            </a:pPr>
            <a:r>
              <a:rPr lang="en-US" sz="2205" dirty="0"/>
              <a:t>Many accidents happen because drivers fall asleep while driving.</a:t>
            </a:r>
            <a:br>
              <a:rPr lang="en-US" sz="2205" dirty="0"/>
            </a:br>
            <a:endParaRPr sz="2205" dirty="0"/>
          </a:p>
          <a:p>
            <a:pPr marL="457200" lvl="0" indent="-33807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24"/>
              <a:buChar char="●"/>
            </a:pPr>
            <a:r>
              <a:rPr lang="en-US" sz="2205" dirty="0"/>
              <a:t>A smart detection system can help prevent such accidents.</a:t>
            </a:r>
            <a:br>
              <a:rPr lang="en-US" sz="2205" dirty="0"/>
            </a:br>
            <a:endParaRPr sz="2205" dirty="0"/>
          </a:p>
          <a:p>
            <a:pPr marL="457200" lvl="0" indent="-33807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24"/>
              <a:buChar char="●"/>
            </a:pPr>
            <a:r>
              <a:rPr lang="en-US" sz="2205" dirty="0"/>
              <a:t>This project uses sensors and a microcontroller to detect fatigue and give alerts.</a:t>
            </a:r>
            <a:endParaRPr sz="2205" dirty="0"/>
          </a:p>
          <a:p>
            <a:pPr marL="0" lvl="0" indent="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018"/>
              <a:buNone/>
            </a:pPr>
            <a:endParaRPr sz="2405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5F8CB3-40C8-606D-6600-8C0FBC433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057" y="1732138"/>
            <a:ext cx="3430967" cy="31337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71C"/>
              </a:buClr>
              <a:buSzPts val="4400"/>
              <a:buFont typeface="Arial"/>
              <a:buNone/>
            </a:pPr>
            <a:r>
              <a:rPr lang="en-US" b="1" i="1" dirty="0">
                <a:solidFill>
                  <a:srgbClr val="4F271C"/>
                </a:solidFill>
                <a:latin typeface="Arial"/>
                <a:ea typeface="Arial"/>
                <a:cs typeface="Arial"/>
                <a:sym typeface="Arial"/>
              </a:rPr>
              <a:t>Literature Review</a:t>
            </a:r>
            <a:endParaRPr sz="4300" i="1" dirty="0">
              <a:solidFill>
                <a:srgbClr val="4F271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 sz="2400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 b="1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3" name="Google Shape;383;p5"/>
          <p:cNvGraphicFramePr/>
          <p:nvPr>
            <p:extLst>
              <p:ext uri="{D42A27DB-BD31-4B8C-83A1-F6EECF244321}">
                <p14:modId xmlns:p14="http://schemas.microsoft.com/office/powerpoint/2010/main" val="3275253651"/>
              </p:ext>
            </p:extLst>
          </p:nvPr>
        </p:nvGraphicFramePr>
        <p:xfrm>
          <a:off x="381000" y="1097825"/>
          <a:ext cx="8382000" cy="5308735"/>
        </p:xfrm>
        <a:graphic>
          <a:graphicData uri="http://schemas.openxmlformats.org/drawingml/2006/table">
            <a:tbl>
              <a:tblPr firstRow="1" bandRow="1">
                <a:gradFill>
                  <a:gsLst>
                    <a:gs pos="0">
                      <a:srgbClr val="C8B2E9"/>
                    </a:gs>
                    <a:gs pos="35000">
                      <a:srgbClr val="D6CAED"/>
                    </a:gs>
                    <a:gs pos="100000">
                      <a:srgbClr val="EFE8FA"/>
                    </a:gs>
                  </a:gsLst>
                  <a:lin ang="16200038" scaled="0"/>
                </a:gradFill>
                <a:tableStyleId>{1034BD87-714C-42AC-940C-A7E5871C4772}</a:tableStyleId>
              </a:tblPr>
              <a:tblGrid>
                <a:gridCol w="6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3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1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SI.No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Title of the Paper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Year of Publication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Methodology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Pros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Cons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5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   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IOT based smart driver system</a:t>
                      </a:r>
                      <a:endParaRPr sz="1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2022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microcontroller with multiple sensors and IoT module for real-time monitoring and alert system.</a:t>
                      </a:r>
                      <a:endParaRPr sz="1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Real-time monitoring and remote alert possible</a:t>
                      </a:r>
                      <a:endParaRPr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Requires internet connectivity.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7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   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Driver Drowsiness Detection using Eye Blink Sensor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</a:t>
                      </a: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Eye blink sensor measures eye closure duration. If eye remains closed beyond threshold, alert is generated.</a:t>
                      </a:r>
                      <a:endParaRPr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 cost, simple design, easy to implement.</a:t>
                      </a:r>
                      <a:endParaRPr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May give false alert if driver blinks slowly.</a:t>
                      </a:r>
                      <a:endParaRPr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100" u="none" strike="noStrike" cap="none"/>
                        <a:t>  3</a:t>
                      </a:r>
                      <a:endParaRPr sz="2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Embedded System Based Driver Alert System</a:t>
                      </a:r>
                      <a:endParaRPr sz="17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2021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Microcontroller-based system activates buzzer and vibration motor when fatigue is detected.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Cost-effective and suitable for all vehicles.</a:t>
                      </a:r>
                      <a:endParaRPr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detection accuracy compared to AI systems.</a:t>
                      </a:r>
                      <a:endParaRPr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"/>
          <p:cNvSpPr txBox="1">
            <a:spLocks noGrp="1"/>
          </p:cNvSpPr>
          <p:nvPr>
            <p:ph type="ctrTitle"/>
          </p:nvPr>
        </p:nvSpPr>
        <p:spPr>
          <a:xfrm>
            <a:off x="1432560" y="-202902"/>
            <a:ext cx="7406700" cy="1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en-US" b="1" i="1"/>
              <a:t>PROBLEM STATEMENT</a:t>
            </a:r>
            <a:r>
              <a:rPr lang="en-US"/>
              <a:t> </a:t>
            </a:r>
            <a:endParaRPr/>
          </a:p>
        </p:txBody>
      </p:sp>
      <p:sp>
        <p:nvSpPr>
          <p:cNvPr id="392" name="Google Shape;392;p6"/>
          <p:cNvSpPr txBox="1">
            <a:spLocks noGrp="1"/>
          </p:cNvSpPr>
          <p:nvPr>
            <p:ph type="subTitle" idx="1"/>
          </p:nvPr>
        </p:nvSpPr>
        <p:spPr>
          <a:xfrm>
            <a:off x="1432550" y="1935498"/>
            <a:ext cx="7406700" cy="39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To develop a Smart Road Accident Prevention System that detects driver drowsiness and prevents accidents.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Driver fatigue is a major cause of road accidents. Drowsiness reduces alertness and reaction time, increasing the risk of crashes. Existing systems are often expensive and complex. Therefore, a simple, low-cost, and reliable sensor-based system is needed to detect drowsiness in real-time and alert the driver to prevent accidents.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80"/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35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7"/>
          <p:cNvSpPr txBox="1">
            <a:spLocks noGrp="1"/>
          </p:cNvSpPr>
          <p:nvPr>
            <p:ph type="ctrTitle"/>
          </p:nvPr>
        </p:nvSpPr>
        <p:spPr>
          <a:xfrm>
            <a:off x="735543" y="963083"/>
            <a:ext cx="8520600" cy="9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773"/>
              <a:buFont typeface="Gill Sans"/>
              <a:buNone/>
            </a:pPr>
            <a:r>
              <a:rPr lang="en-US" b="1" i="1"/>
              <a:t>PROPOSED WORK</a:t>
            </a:r>
            <a:endParaRPr b="1" i="1"/>
          </a:p>
        </p:txBody>
      </p:sp>
      <p:sp>
        <p:nvSpPr>
          <p:cNvPr id="398" name="Google Shape;398;p7"/>
          <p:cNvSpPr txBox="1">
            <a:spLocks noGrp="1"/>
          </p:cNvSpPr>
          <p:nvPr>
            <p:ph type="subTitle" idx="1"/>
          </p:nvPr>
        </p:nvSpPr>
        <p:spPr>
          <a:xfrm>
            <a:off x="1044275" y="1890675"/>
            <a:ext cx="7831500" cy="3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1"/>
              <a:buFont typeface="Arial"/>
              <a:buNone/>
            </a:pPr>
            <a:r>
              <a:rPr lang="en-US" sz="2587" dirty="0"/>
              <a:t> • The proposed system presents a smart and reliable solution for real-time detection of driver drowsiness to prevent road accidents.</a:t>
            </a:r>
            <a:endParaRPr sz="2587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2506"/>
              <a:buFont typeface="Arial"/>
              <a:buNone/>
            </a:pPr>
            <a:r>
              <a:rPr lang="en-US" sz="2587" dirty="0"/>
              <a:t>• Sensors such as an eye blink sensor are used to monitor the driver’s condition continuously.</a:t>
            </a:r>
            <a:endParaRPr sz="2587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2506"/>
              <a:buFont typeface="Arial"/>
              <a:buNone/>
            </a:pPr>
            <a:r>
              <a:rPr lang="en-US" sz="2587" dirty="0"/>
              <a:t>• A microcontroller (Arduino) processes the sensor data to identify signs of fatigue.</a:t>
            </a:r>
            <a:endParaRPr sz="2587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2506"/>
              <a:buFont typeface="Arial"/>
              <a:buNone/>
            </a:pPr>
            <a:r>
              <a:rPr lang="en-US" sz="2587" dirty="0"/>
              <a:t>• If drowsiness is detected, a buzzer and warning alert are activated immediately to wake the driver and prevent accidents.</a:t>
            </a:r>
            <a:endParaRPr sz="2587"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41"/>
              <a:buFont typeface="Arial"/>
              <a:buNone/>
            </a:pPr>
            <a:endParaRPr sz="314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9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         </a:t>
            </a:r>
            <a:r>
              <a:rPr lang="en-US" b="1" i="1" dirty="0"/>
              <a:t>ALGORITHM</a:t>
            </a:r>
            <a:endParaRPr b="1" i="1" dirty="0"/>
          </a:p>
        </p:txBody>
      </p:sp>
      <p:sp>
        <p:nvSpPr>
          <p:cNvPr id="404" name="Google Shape;404;p9"/>
          <p:cNvSpPr txBox="1"/>
          <p:nvPr/>
        </p:nvSpPr>
        <p:spPr>
          <a:xfrm>
            <a:off x="1187271" y="1345662"/>
            <a:ext cx="7597500" cy="52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dirty="0"/>
              <a:t>1).  S</a:t>
            </a:r>
            <a:r>
              <a:rPr lang="en-US" sz="1800" dirty="0"/>
              <a:t>tart the system.</a:t>
            </a:r>
            <a:br>
              <a:rPr lang="en-US" sz="1800" dirty="0"/>
            </a:b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/>
              <a:t>2). Initialize sensors and microcontroller.</a:t>
            </a:r>
            <a:br>
              <a:rPr lang="en-US" sz="1800" dirty="0"/>
            </a:b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/>
              <a:t>3). Continuously monitor eye blink.</a:t>
            </a:r>
            <a:br>
              <a:rPr lang="en-US" sz="1800" dirty="0"/>
            </a:b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/>
              <a:t>4). If eye remains closed for more than threshold time → detect drowsiness.</a:t>
            </a:r>
            <a:br>
              <a:rPr lang="en-US" sz="1800" dirty="0"/>
            </a:b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/>
              <a:t>5). If drowsiness detected:</a:t>
            </a:r>
            <a:endParaRPr sz="1800" dirty="0"/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800" dirty="0"/>
              <a:t>Turn ON buzzer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800" dirty="0"/>
              <a:t>Then the speed of motor reduce slowly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800" dirty="0"/>
              <a:t>Then stops </a:t>
            </a:r>
            <a:endParaRPr sz="18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/>
              <a:t>6). Repeat monitoring process.</a:t>
            </a:r>
            <a:endParaRPr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3"/>
          <p:cNvSpPr txBox="1">
            <a:spLocks noGrp="1"/>
          </p:cNvSpPr>
          <p:nvPr>
            <p:ph type="title"/>
          </p:nvPr>
        </p:nvSpPr>
        <p:spPr>
          <a:xfrm>
            <a:off x="1435600" y="118125"/>
            <a:ext cx="7498200" cy="11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   </a:t>
            </a:r>
            <a:r>
              <a:rPr lang="en-US" b="1"/>
              <a:t> </a:t>
            </a:r>
            <a:r>
              <a:rPr lang="en-US" b="1" i="1"/>
              <a:t>FLOW DIAGRAM</a:t>
            </a:r>
            <a:endParaRPr b="1" i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6E65D3-40D6-E3AD-815F-8E25DF888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29" y="1723937"/>
            <a:ext cx="7619999" cy="4252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4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     </a:t>
            </a:r>
            <a:r>
              <a:rPr lang="en-US" b="1" i="1" dirty="0"/>
              <a:t>BLOCK DIAGRAM</a:t>
            </a:r>
            <a:endParaRPr b="1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2E571D-7332-02AD-5A76-FD436991D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714" y="1518506"/>
            <a:ext cx="2503749" cy="19104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9D68B6-C951-EF74-43F9-51E5430A9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5357" y="4029951"/>
            <a:ext cx="2655700" cy="18262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AE9561-8E80-EA4A-EE6B-0F58248BD1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8457" y="1518506"/>
            <a:ext cx="2057400" cy="19104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AF7D23-CC6E-8B72-7264-6136696E74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0083" y="1518506"/>
            <a:ext cx="1460575" cy="191049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F59FB3-E75E-28C5-1CAA-5E14E278CCE7}"/>
              </a:ext>
            </a:extLst>
          </p:cNvPr>
          <p:cNvCxnSpPr/>
          <p:nvPr/>
        </p:nvCxnSpPr>
        <p:spPr>
          <a:xfrm>
            <a:off x="1600200" y="3113314"/>
            <a:ext cx="0" cy="11865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8C2A007-ECDC-C199-7FAF-DF10D45C6B8F}"/>
              </a:ext>
            </a:extLst>
          </p:cNvPr>
          <p:cNvCxnSpPr>
            <a:cxnSpLocks/>
          </p:cNvCxnSpPr>
          <p:nvPr/>
        </p:nvCxnSpPr>
        <p:spPr>
          <a:xfrm>
            <a:off x="1578429" y="4376057"/>
            <a:ext cx="3472542" cy="12845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77965F7-EB63-5A3F-B043-4FCE7850AD2D}"/>
              </a:ext>
            </a:extLst>
          </p:cNvPr>
          <p:cNvCxnSpPr/>
          <p:nvPr/>
        </p:nvCxnSpPr>
        <p:spPr>
          <a:xfrm>
            <a:off x="5268686" y="3526971"/>
            <a:ext cx="0" cy="849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4B9F841-1141-10FB-62ED-D10A12BFBB1D}"/>
              </a:ext>
            </a:extLst>
          </p:cNvPr>
          <p:cNvCxnSpPr/>
          <p:nvPr/>
        </p:nvCxnSpPr>
        <p:spPr>
          <a:xfrm>
            <a:off x="7674429" y="3526971"/>
            <a:ext cx="0" cy="11212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9B06043-EDE6-F787-78FA-C29006941467}"/>
              </a:ext>
            </a:extLst>
          </p:cNvPr>
          <p:cNvCxnSpPr>
            <a:cxnSpLocks/>
          </p:cNvCxnSpPr>
          <p:nvPr/>
        </p:nvCxnSpPr>
        <p:spPr>
          <a:xfrm flipH="1" flipV="1">
            <a:off x="5910943" y="4474029"/>
            <a:ext cx="1763486" cy="1741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691E90E-2AAE-3B4C-7939-51BDC109B16A}"/>
              </a:ext>
            </a:extLst>
          </p:cNvPr>
          <p:cNvSpPr txBox="1"/>
          <p:nvPr/>
        </p:nvSpPr>
        <p:spPr>
          <a:xfrm>
            <a:off x="4226801" y="5800403"/>
            <a:ext cx="2565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000"/>
              <a:tabLst>
                <a:tab pos="4572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Arduino Uno (Main Controller)</a:t>
            </a:r>
            <a:endParaRPr lang="en-IN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E8758B-3FEC-9ACF-4050-E3712FDE0B34}"/>
              </a:ext>
            </a:extLst>
          </p:cNvPr>
          <p:cNvSpPr txBox="1"/>
          <p:nvPr/>
        </p:nvSpPr>
        <p:spPr>
          <a:xfrm>
            <a:off x="667137" y="3594751"/>
            <a:ext cx="2391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IR Sensor (Drowsiness Detection)</a:t>
            </a:r>
            <a:endParaRPr lang="en-IN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A90768-CEE8-609C-BC93-F152D6DF2500}"/>
              </a:ext>
            </a:extLst>
          </p:cNvPr>
          <p:cNvSpPr txBox="1"/>
          <p:nvPr/>
        </p:nvSpPr>
        <p:spPr>
          <a:xfrm>
            <a:off x="6665912" y="3503200"/>
            <a:ext cx="22678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Buzzer (Alert System)</a:t>
            </a:r>
            <a:endParaRPr lang="en-IN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AE3D3F-EDD7-324A-93EB-01FBF664621A}"/>
              </a:ext>
            </a:extLst>
          </p:cNvPr>
          <p:cNvSpPr txBox="1"/>
          <p:nvPr/>
        </p:nvSpPr>
        <p:spPr>
          <a:xfrm>
            <a:off x="3744685" y="3474176"/>
            <a:ext cx="326730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DC Motor (Vehicle Simulation)</a:t>
            </a:r>
            <a:endParaRPr lang="en-IN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Gear Mechanism (Speed Control Simulation)</a:t>
            </a:r>
            <a:endParaRPr lang="en-IN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5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Font typeface="Gill Sans"/>
              <a:buNone/>
            </a:pPr>
            <a:r>
              <a:rPr lang="en-US" sz="4000" b="1" i="1"/>
              <a:t>CONCLUSION</a:t>
            </a:r>
            <a:endParaRPr sz="4000" b="1" i="1"/>
          </a:p>
        </p:txBody>
      </p:sp>
      <p:sp>
        <p:nvSpPr>
          <p:cNvPr id="441" name="Google Shape;441;p15"/>
          <p:cNvSpPr txBox="1">
            <a:spLocks noGrp="1"/>
          </p:cNvSpPr>
          <p:nvPr>
            <p:ph type="body" idx="1"/>
          </p:nvPr>
        </p:nvSpPr>
        <p:spPr>
          <a:xfrm>
            <a:off x="1153886" y="1328057"/>
            <a:ext cx="7779802" cy="4920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3716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Smart Road Safety System effectively detects driver drowsiness using       an IR sensor.</a:t>
            </a:r>
          </a:p>
          <a:p>
            <a:pPr marL="13716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continuously monitors the driver’s eye status in real time.</a:t>
            </a:r>
          </a:p>
          <a:p>
            <a:pPr marL="13716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Arduino Uno processes the sensor data and makes quick decisions.</a:t>
            </a:r>
          </a:p>
          <a:p>
            <a:pPr marL="13716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DC motor speed is gradually reduced to simulate safe vehicle deceleration.</a:t>
            </a:r>
          </a:p>
          <a:p>
            <a:pPr marL="13716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If the driver does not respond, the motor stops completely to prevent accidents.</a:t>
            </a:r>
          </a:p>
          <a:p>
            <a:pPr marL="13716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operates automatically without manual intervention.</a:t>
            </a:r>
          </a:p>
          <a:p>
            <a:pPr marL="13716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helps in reducing road accidents caused by fatigue and lack of attention.</a:t>
            </a:r>
          </a:p>
          <a:p>
            <a:pPr marL="13716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project uses simple, low-cost, and easily available components.</a:t>
            </a:r>
          </a:p>
          <a:p>
            <a:pPr marL="13716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design is energy-efficient and easy to install in vehicles.</a:t>
            </a:r>
          </a:p>
          <a:p>
            <a:pPr marL="13716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Experimental testing shows accurate detection and quick response time.</a:t>
            </a:r>
          </a:p>
          <a:p>
            <a:pPr marL="13716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improves overall road safety and minimizes human error</a:t>
            </a:r>
            <a:r>
              <a:rPr lang="en-US" sz="2000" dirty="0"/>
              <a:t>.</a:t>
            </a:r>
          </a:p>
          <a:p>
            <a:pPr marL="365760" lvl="0" indent="-120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6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3788" cy="86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Font typeface="Gill Sans"/>
              <a:buNone/>
            </a:pPr>
            <a:r>
              <a:rPr lang="en-US" sz="4000" b="1" i="1" dirty="0"/>
              <a:t>REFERENCES</a:t>
            </a:r>
            <a:endParaRPr sz="4000" b="1" i="1" dirty="0"/>
          </a:p>
        </p:txBody>
      </p:sp>
      <p:sp>
        <p:nvSpPr>
          <p:cNvPr id="447" name="Google Shape;447;p16"/>
          <p:cNvSpPr txBox="1">
            <a:spLocks noGrp="1"/>
          </p:cNvSpPr>
          <p:nvPr>
            <p:ph type="body" idx="1"/>
          </p:nvPr>
        </p:nvSpPr>
        <p:spPr>
          <a:xfrm>
            <a:off x="613600" y="1209625"/>
            <a:ext cx="8213100" cy="52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16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r>
              <a:rPr lang="en-US" sz="15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</a:t>
            </a:r>
            <a:r>
              <a:rPr lang="en-US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</a:t>
            </a:r>
            <a:endParaRPr sz="18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8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World Health Organization – </a:t>
            </a:r>
            <a:r>
              <a:rPr lang="en-US" sz="1800" i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Global Status Report on Road Safety</a:t>
            </a:r>
            <a:r>
              <a:rPr lang="en-US" sz="18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, Road Safety Reports.</a:t>
            </a:r>
            <a:br>
              <a:rPr lang="en-US" sz="18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18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8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National Highway Traffic Safety Administration – </a:t>
            </a:r>
            <a:r>
              <a:rPr lang="en-US" sz="1800" i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Drowsy Driving and Traffic Safety Statistics Reports.</a:t>
            </a:r>
            <a:br>
              <a:rPr lang="en-US" sz="1800" i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1800" i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8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IEEE – Research papers on Driver Drowsiness Detection Systems.</a:t>
            </a:r>
            <a:br>
              <a:rPr lang="en-US" sz="18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18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8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ScienceDirect – Articles on Fatigue Detection using Embedded Systems.</a:t>
            </a:r>
            <a:br>
              <a:rPr lang="en-US" sz="18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18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8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Springer – Journals on Smart Transportation and Road Safety Technologies.</a:t>
            </a:r>
            <a:endParaRPr sz="18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228600" algn="just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8"/>
          <p:cNvSpPr txBox="1">
            <a:spLocks noGrp="1"/>
          </p:cNvSpPr>
          <p:nvPr>
            <p:ph type="body" idx="1"/>
          </p:nvPr>
        </p:nvSpPr>
        <p:spPr>
          <a:xfrm>
            <a:off x="3175000" y="2435250"/>
            <a:ext cx="4245000" cy="19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rPr lang="en-US"/>
              <a:t>                                                                                                   </a:t>
            </a:r>
            <a:r>
              <a:rPr lang="en-US" sz="4500" b="1" i="1"/>
              <a:t>THANK YOU</a:t>
            </a:r>
            <a:endParaRPr sz="45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quity">
  <a:themeElements>
    <a:clrScheme name="Opulent">
      <a:dk1>
        <a:srgbClr val="000000"/>
      </a:dk1>
      <a:lt1>
        <a:srgbClr val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806</Words>
  <Application>Microsoft Office PowerPoint</Application>
  <PresentationFormat>On-screen Show (4:3)</PresentationFormat>
  <Paragraphs>116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13</vt:i4>
      </vt:variant>
    </vt:vector>
  </HeadingPairs>
  <TitlesOfParts>
    <vt:vector size="26" baseType="lpstr">
      <vt:lpstr>Symbol</vt:lpstr>
      <vt:lpstr>Noto Sans Symbols</vt:lpstr>
      <vt:lpstr>Calibri</vt:lpstr>
      <vt:lpstr>Arial</vt:lpstr>
      <vt:lpstr>Times New Roman</vt:lpstr>
      <vt:lpstr>Gill Sans</vt:lpstr>
      <vt:lpstr>Libre Baskerville</vt:lpstr>
      <vt:lpstr>Century Gothic</vt:lpstr>
      <vt:lpstr>Libre Franklin</vt:lpstr>
      <vt:lpstr>Equity</vt:lpstr>
      <vt:lpstr>Solstice</vt:lpstr>
      <vt:lpstr>Office Theme</vt:lpstr>
      <vt:lpstr>1_Solstice</vt:lpstr>
      <vt:lpstr>PowerPoint Presentation</vt:lpstr>
      <vt:lpstr>CONTENTS</vt:lpstr>
      <vt:lpstr>OBJECTIVES</vt:lpstr>
      <vt:lpstr>INTRODUCTION</vt:lpstr>
      <vt:lpstr>Literature Review  </vt:lpstr>
      <vt:lpstr>PROBLEM STATEMENT </vt:lpstr>
      <vt:lpstr>PROPOSED WORK</vt:lpstr>
      <vt:lpstr>           ALGORITHM</vt:lpstr>
      <vt:lpstr>         FLOW DIAGRAM</vt:lpstr>
      <vt:lpstr>       BLOCK DIAGRAM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 Akshaya M</dc:creator>
  <cp:lastModifiedBy>sriakshaya manivannan</cp:lastModifiedBy>
  <cp:revision>5</cp:revision>
  <dcterms:modified xsi:type="dcterms:W3CDTF">2026-03-26T14:24:58Z</dcterms:modified>
</cp:coreProperties>
</file>