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5" r:id="rId1"/>
  </p:sldMasterIdLst>
  <p:notesMasterIdLst>
    <p:notesMasterId r:id="rId14"/>
  </p:notesMasterIdLst>
  <p:sldIdLst>
    <p:sldId id="256" r:id="rId2"/>
    <p:sldId id="260" r:id="rId3"/>
    <p:sldId id="257" r:id="rId4"/>
    <p:sldId id="261" r:id="rId5"/>
    <p:sldId id="268" r:id="rId6"/>
    <p:sldId id="262" r:id="rId7"/>
    <p:sldId id="259" r:id="rId8"/>
    <p:sldId id="297" r:id="rId9"/>
    <p:sldId id="298" r:id="rId10"/>
    <p:sldId id="299" r:id="rId11"/>
    <p:sldId id="258" r:id="rId12"/>
    <p:sldId id="264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01">
          <p15:clr>
            <a:srgbClr val="9AA0A6"/>
          </p15:clr>
        </p15:guide>
        <p15:guide id="2" orient="horz" pos="733">
          <p15:clr>
            <a:srgbClr val="9AA0A6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A4F548-DD2A-4ED7-8C6C-7670B855800D}">
  <a:tblStyle styleId="{B8A4F548-DD2A-4ED7-8C6C-7670B85580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7" autoAdjust="0"/>
    <p:restoredTop sz="94660"/>
  </p:normalViewPr>
  <p:slideViewPr>
    <p:cSldViewPr snapToGrid="0">
      <p:cViewPr varScale="1">
        <p:scale>
          <a:sx n="93" d="100"/>
          <a:sy n="93" d="100"/>
        </p:scale>
        <p:origin x="588" y="68"/>
      </p:cViewPr>
      <p:guideLst>
        <p:guide orient="horz" pos="601"/>
        <p:guide orient="horz" pos="73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0e84aac6d0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0e84aac6d0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0e413425e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0e413425e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10d7ae03d4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10d7ae03d4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0e91f73e27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0e91f73e27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e91f73e2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e91f73e2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A7DE7844-6FCF-F693-9A70-C18E1349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e91f73e27_0_52:notes">
            <a:extLst>
              <a:ext uri="{FF2B5EF4-FFF2-40B4-BE49-F238E27FC236}">
                <a16:creationId xmlns:a16="http://schemas.microsoft.com/office/drawing/2014/main" id="{5525F0A8-DAC4-F041-6AB1-49C3C8EF92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e91f73e27_0_52:notes">
            <a:extLst>
              <a:ext uri="{FF2B5EF4-FFF2-40B4-BE49-F238E27FC236}">
                <a16:creationId xmlns:a16="http://schemas.microsoft.com/office/drawing/2014/main" id="{10C6D77C-FB67-891D-4F84-BF4733E1D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1285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7647A57F-4E0B-5935-02EF-BAF7E41F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e91f73e27_0_52:notes">
            <a:extLst>
              <a:ext uri="{FF2B5EF4-FFF2-40B4-BE49-F238E27FC236}">
                <a16:creationId xmlns:a16="http://schemas.microsoft.com/office/drawing/2014/main" id="{047802D8-B5D3-357A-7239-1B2EDEFAB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e91f73e27_0_52:notes">
            <a:extLst>
              <a:ext uri="{FF2B5EF4-FFF2-40B4-BE49-F238E27FC236}">
                <a16:creationId xmlns:a16="http://schemas.microsoft.com/office/drawing/2014/main" id="{B1D8848A-A484-F666-AD5D-CAA53E6BF7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3091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8">
          <a:extLst>
            <a:ext uri="{FF2B5EF4-FFF2-40B4-BE49-F238E27FC236}">
              <a16:creationId xmlns:a16="http://schemas.microsoft.com/office/drawing/2014/main" id="{FA761917-BE87-8FE2-AF44-ECB40B02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g10e91f73e27_0_1854:notes">
            <a:extLst>
              <a:ext uri="{FF2B5EF4-FFF2-40B4-BE49-F238E27FC236}">
                <a16:creationId xmlns:a16="http://schemas.microsoft.com/office/drawing/2014/main" id="{60EF1B65-879A-4AE6-173F-03979959F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0" name="Google Shape;2280;g10e91f73e27_0_1854:notes">
            <a:extLst>
              <a:ext uri="{FF2B5EF4-FFF2-40B4-BE49-F238E27FC236}">
                <a16:creationId xmlns:a16="http://schemas.microsoft.com/office/drawing/2014/main" id="{CF754E33-5F7C-33FF-4B30-F8AAA0376D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1317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0e91f73e2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0e91f73e2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0e91f73e27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0e91f73e27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967650"/>
            <a:ext cx="3972000" cy="302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5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99525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5400000">
            <a:off x="7002555" y="-662466"/>
            <a:ext cx="1673084" cy="3614193"/>
            <a:chOff x="7350442" y="2608992"/>
            <a:chExt cx="777239" cy="1673160"/>
          </a:xfrm>
        </p:grpSpPr>
        <p:sp>
          <p:nvSpPr>
            <p:cNvPr id="12" name="Google Shape;12;p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112200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1786775" y="2952775"/>
            <a:ext cx="23865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2"/>
          </p:nvPr>
        </p:nvSpPr>
        <p:spPr>
          <a:xfrm>
            <a:off x="4970850" y="2952775"/>
            <a:ext cx="23865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3"/>
          </p:nvPr>
        </p:nvSpPr>
        <p:spPr>
          <a:xfrm>
            <a:off x="1786625" y="3458825"/>
            <a:ext cx="2386500" cy="11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4"/>
          </p:nvPr>
        </p:nvSpPr>
        <p:spPr>
          <a:xfrm>
            <a:off x="4970855" y="3458825"/>
            <a:ext cx="2386500" cy="11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1321350" y="1039750"/>
            <a:ext cx="3866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1321350" y="1984800"/>
            <a:ext cx="3866400" cy="23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⏣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56" name="Google Shape;56;p7"/>
          <p:cNvGrpSpPr/>
          <p:nvPr/>
        </p:nvGrpSpPr>
        <p:grpSpPr>
          <a:xfrm flipH="1">
            <a:off x="-1145294" y="-39521"/>
            <a:ext cx="2029371" cy="4383847"/>
            <a:chOff x="7350442" y="2608992"/>
            <a:chExt cx="777239" cy="1673160"/>
          </a:xfrm>
        </p:grpSpPr>
        <p:sp>
          <p:nvSpPr>
            <p:cNvPr id="57" name="Google Shape;57;p7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1713900" y="1458900"/>
            <a:ext cx="5716200" cy="222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2916875" y="1499525"/>
            <a:ext cx="3357900" cy="57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2916875" y="2308375"/>
            <a:ext cx="3357900" cy="13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536500"/>
            <a:ext cx="5226000" cy="139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400">
                <a:solidFill>
                  <a:schemeClr val="accent1"/>
                </a:solidFill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6098700" y="3330525"/>
            <a:ext cx="2331900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75" name="Google Shape;75;p11"/>
          <p:cNvGrpSpPr/>
          <p:nvPr/>
        </p:nvGrpSpPr>
        <p:grpSpPr>
          <a:xfrm rot="5400000">
            <a:off x="6345490" y="-889971"/>
            <a:ext cx="1764332" cy="3811124"/>
            <a:chOff x="7350442" y="2608992"/>
            <a:chExt cx="777239" cy="1673160"/>
          </a:xfrm>
        </p:grpSpPr>
        <p:sp>
          <p:nvSpPr>
            <p:cNvPr id="76" name="Google Shape;76;p11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1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1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1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1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1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1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1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11"/>
          <p:cNvGrpSpPr/>
          <p:nvPr/>
        </p:nvGrpSpPr>
        <p:grpSpPr>
          <a:xfrm rot="-5400000">
            <a:off x="1007843" y="2135053"/>
            <a:ext cx="1737362" cy="3752898"/>
            <a:chOff x="7350442" y="2608992"/>
            <a:chExt cx="777239" cy="1673160"/>
          </a:xfrm>
        </p:grpSpPr>
        <p:sp>
          <p:nvSpPr>
            <p:cNvPr id="85" name="Google Shape;85;p11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1"/>
          <p:cNvGrpSpPr/>
          <p:nvPr/>
        </p:nvGrpSpPr>
        <p:grpSpPr>
          <a:xfrm>
            <a:off x="752475" y="981075"/>
            <a:ext cx="1200150" cy="114300"/>
            <a:chOff x="752475" y="981075"/>
            <a:chExt cx="1200150" cy="114300"/>
          </a:xfrm>
        </p:grpSpPr>
        <p:sp>
          <p:nvSpPr>
            <p:cNvPr id="94" name="Google Shape;94;p11"/>
            <p:cNvSpPr/>
            <p:nvPr/>
          </p:nvSpPr>
          <p:spPr>
            <a:xfrm>
              <a:off x="7524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9334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11144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129540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14763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16573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18383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>
            <a:spLocks noGrp="1"/>
          </p:cNvSpPr>
          <p:nvPr>
            <p:ph type="title"/>
          </p:nvPr>
        </p:nvSpPr>
        <p:spPr>
          <a:xfrm>
            <a:off x="1849288" y="1728870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2" hasCustomPrompt="1"/>
          </p:nvPr>
        </p:nvSpPr>
        <p:spPr>
          <a:xfrm>
            <a:off x="695771" y="1749900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"/>
          </p:nvPr>
        </p:nvSpPr>
        <p:spPr>
          <a:xfrm>
            <a:off x="1849288" y="2105212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3"/>
          </p:nvPr>
        </p:nvSpPr>
        <p:spPr>
          <a:xfrm>
            <a:off x="6111838" y="1730349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4" hasCustomPrompt="1"/>
          </p:nvPr>
        </p:nvSpPr>
        <p:spPr>
          <a:xfrm>
            <a:off x="4961874" y="1749900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5"/>
          </p:nvPr>
        </p:nvSpPr>
        <p:spPr>
          <a:xfrm>
            <a:off x="6111838" y="2110350"/>
            <a:ext cx="2336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6"/>
          </p:nvPr>
        </p:nvSpPr>
        <p:spPr>
          <a:xfrm>
            <a:off x="1853038" y="3419068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7" hasCustomPrompt="1"/>
          </p:nvPr>
        </p:nvSpPr>
        <p:spPr>
          <a:xfrm>
            <a:off x="695771" y="3448775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8"/>
          </p:nvPr>
        </p:nvSpPr>
        <p:spPr>
          <a:xfrm>
            <a:off x="1853038" y="3800225"/>
            <a:ext cx="2336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9"/>
          </p:nvPr>
        </p:nvSpPr>
        <p:spPr>
          <a:xfrm>
            <a:off x="6111838" y="3421989"/>
            <a:ext cx="2336400" cy="36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3" hasCustomPrompt="1"/>
          </p:nvPr>
        </p:nvSpPr>
        <p:spPr>
          <a:xfrm>
            <a:off x="4961874" y="3453772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4"/>
          </p:nvPr>
        </p:nvSpPr>
        <p:spPr>
          <a:xfrm>
            <a:off x="6111838" y="3797480"/>
            <a:ext cx="2336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15"/>
          </p:nvPr>
        </p:nvSpPr>
        <p:spPr>
          <a:xfrm>
            <a:off x="720000" y="539496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1584063" y="1543600"/>
            <a:ext cx="2337300" cy="391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subTitle" idx="1"/>
          </p:nvPr>
        </p:nvSpPr>
        <p:spPr>
          <a:xfrm>
            <a:off x="1584063" y="1938600"/>
            <a:ext cx="23373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title" idx="2"/>
          </p:nvPr>
        </p:nvSpPr>
        <p:spPr>
          <a:xfrm>
            <a:off x="5704788" y="1543600"/>
            <a:ext cx="2340900" cy="391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subTitle" idx="3"/>
          </p:nvPr>
        </p:nvSpPr>
        <p:spPr>
          <a:xfrm>
            <a:off x="5704788" y="1938600"/>
            <a:ext cx="23409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title" idx="4"/>
          </p:nvPr>
        </p:nvSpPr>
        <p:spPr>
          <a:xfrm>
            <a:off x="3644425" y="3290400"/>
            <a:ext cx="2337300" cy="393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ubTitle" idx="5"/>
          </p:nvPr>
        </p:nvSpPr>
        <p:spPr>
          <a:xfrm>
            <a:off x="3644425" y="3682009"/>
            <a:ext cx="23373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109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_1_1">
    <p:bg>
      <p:bgPr>
        <a:gradFill>
          <a:gsLst>
            <a:gs pos="0">
              <a:schemeClr val="accent3"/>
            </a:gs>
            <a:gs pos="44000">
              <a:schemeClr val="accent4"/>
            </a:gs>
            <a:gs pos="100000">
              <a:schemeClr val="accent5"/>
            </a:gs>
          </a:gsLst>
          <a:lin ang="2698631" scaled="0"/>
        </a:gra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_1_1_2">
    <p:bg>
      <p:bgPr>
        <a:gradFill>
          <a:gsLst>
            <a:gs pos="0">
              <a:schemeClr val="accent2"/>
            </a:gs>
            <a:gs pos="36000">
              <a:schemeClr val="accent4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6" r:id="rId11"/>
    <p:sldLayoutId id="2147483671" r:id="rId12"/>
    <p:sldLayoutId id="214748367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>
            <a:spLocks noGrp="1"/>
          </p:cNvSpPr>
          <p:nvPr>
            <p:ph type="ctrTitle"/>
          </p:nvPr>
        </p:nvSpPr>
        <p:spPr>
          <a:xfrm>
            <a:off x="117861" y="202106"/>
            <a:ext cx="6566957" cy="16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  </a:t>
            </a:r>
            <a:r>
              <a:rPr lang="en" dirty="0">
                <a:solidFill>
                  <a:schemeClr val="tx1"/>
                </a:solidFill>
              </a:rPr>
              <a:t>INTERNSHIP</a:t>
            </a:r>
            <a:r>
              <a:rPr lang="en" dirty="0">
                <a:solidFill>
                  <a:schemeClr val="accent1"/>
                </a:solidFill>
              </a:rPr>
              <a:t> OVERVIEW</a:t>
            </a:r>
            <a:br>
              <a:rPr lang="en" dirty="0">
                <a:solidFill>
                  <a:schemeClr val="accent1"/>
                </a:solidFill>
              </a:rPr>
            </a:br>
            <a:r>
              <a:rPr lang="en" dirty="0">
                <a:solidFill>
                  <a:schemeClr val="accent1"/>
                </a:solidFill>
              </a:rPr>
              <a:t>    </a:t>
            </a:r>
            <a:r>
              <a:rPr lang="en-IN" dirty="0">
                <a:solidFill>
                  <a:schemeClr val="accent1"/>
                </a:solidFill>
              </a:rPr>
              <a:t>EMBEDDED SYSTEMS </a:t>
            </a:r>
            <a:endParaRPr dirty="0"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1"/>
          </p:nvPr>
        </p:nvSpPr>
        <p:spPr>
          <a:xfrm>
            <a:off x="117861" y="2105247"/>
            <a:ext cx="4359000" cy="185715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1" indent="0"/>
            <a:r>
              <a:rPr lang="en-IN" sz="2000" dirty="0">
                <a:latin typeface="Copperplate Gothic Light" panose="020E0507020206020404" pitchFamily="34" charset="0"/>
              </a:rPr>
              <a:t>RESHMA SHAIK</a:t>
            </a:r>
          </a:p>
          <a:p>
            <a:pPr marL="457200" lvl="1" indent="0"/>
            <a:endParaRPr lang="en-IN" sz="2000" dirty="0">
              <a:latin typeface="Copperplate Gothic Light" panose="020E0507020206020404" pitchFamily="34" charset="0"/>
            </a:endParaRPr>
          </a:p>
          <a:p>
            <a:pPr marL="457200" lvl="1" indent="0"/>
            <a:r>
              <a:rPr lang="en-IN" sz="2000" dirty="0">
                <a:latin typeface="Copperplate Gothic Light" panose="020E0507020206020404" pitchFamily="34" charset="0"/>
              </a:rPr>
              <a:t>     JULY 2025</a:t>
            </a:r>
          </a:p>
        </p:txBody>
      </p:sp>
      <p:pic>
        <p:nvPicPr>
          <p:cNvPr id="231" name="Google Shape;2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141" y="202106"/>
            <a:ext cx="439239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A54EA7-6D39-03A5-B1E0-30F7F680A030}"/>
              </a:ext>
            </a:extLst>
          </p:cNvPr>
          <p:cNvSpPr txBox="1"/>
          <p:nvPr/>
        </p:nvSpPr>
        <p:spPr>
          <a:xfrm>
            <a:off x="1892688" y="3962400"/>
            <a:ext cx="4883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Condensed" panose="020B0502040204020203" pitchFamily="34" charset="0"/>
              </a:rPr>
              <a:t>SV TECHNOLOGIES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34"/>
          <p:cNvGrpSpPr/>
          <p:nvPr/>
        </p:nvGrpSpPr>
        <p:grpSpPr>
          <a:xfrm rot="5400000" flipH="1">
            <a:off x="1004395" y="2465576"/>
            <a:ext cx="1673528" cy="3682319"/>
            <a:chOff x="7350442" y="2608992"/>
            <a:chExt cx="777239" cy="1673160"/>
          </a:xfrm>
        </p:grpSpPr>
        <p:sp>
          <p:nvSpPr>
            <p:cNvPr id="327" name="Google Shape;327;p34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4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4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34"/>
          <p:cNvGrpSpPr/>
          <p:nvPr/>
        </p:nvGrpSpPr>
        <p:grpSpPr>
          <a:xfrm rot="-5400000">
            <a:off x="6261387" y="-1158397"/>
            <a:ext cx="1838836" cy="4155628"/>
            <a:chOff x="7350442" y="2608992"/>
            <a:chExt cx="777239" cy="1673160"/>
          </a:xfrm>
        </p:grpSpPr>
        <p:sp>
          <p:nvSpPr>
            <p:cNvPr id="336" name="Google Shape;336;p34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34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4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4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4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4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4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34"/>
          <p:cNvSpPr/>
          <p:nvPr/>
        </p:nvSpPr>
        <p:spPr>
          <a:xfrm>
            <a:off x="2247866" y="1147493"/>
            <a:ext cx="4810800" cy="3201900"/>
          </a:xfrm>
          <a:prstGeom prst="roundRect">
            <a:avLst>
              <a:gd name="adj" fmla="val 11903"/>
            </a:avLst>
          </a:prstGeom>
          <a:solidFill>
            <a:schemeClr val="accent4"/>
          </a:solidFill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4"/>
          <p:cNvSpPr txBox="1">
            <a:spLocks noGrp="1"/>
          </p:cNvSpPr>
          <p:nvPr>
            <p:ph type="title"/>
          </p:nvPr>
        </p:nvSpPr>
        <p:spPr>
          <a:xfrm>
            <a:off x="2911039" y="1402068"/>
            <a:ext cx="3357900" cy="57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INTRODUCTION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6" name="Google Shape;346;p34"/>
          <p:cNvSpPr txBox="1">
            <a:spLocks noGrp="1"/>
          </p:cNvSpPr>
          <p:nvPr>
            <p:ph type="subTitle" idx="1"/>
          </p:nvPr>
        </p:nvSpPr>
        <p:spPr>
          <a:xfrm>
            <a:off x="2402958" y="2186780"/>
            <a:ext cx="4472763" cy="175065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152400" indent="0" algn="l"/>
            <a:r>
              <a:rPr lang="en-US" sz="2800" dirty="0">
                <a:latin typeface="Gabriola" panose="04040605051002020D02" pitchFamily="82" charset="0"/>
              </a:rPr>
              <a:t>• Name: Reshma Shaik</a:t>
            </a:r>
          </a:p>
          <a:p>
            <a:pPr marL="152400" indent="0" algn="l"/>
            <a:r>
              <a:rPr lang="en-US" sz="2800" dirty="0">
                <a:latin typeface="Gabriola" panose="04040605051002020D02" pitchFamily="82" charset="0"/>
              </a:rPr>
              <a:t>• Course: </a:t>
            </a:r>
            <a:r>
              <a:rPr lang="en-US" sz="2800" dirty="0" err="1">
                <a:latin typeface="Gabriola" panose="04040605051002020D02" pitchFamily="82" charset="0"/>
              </a:rPr>
              <a:t>B.Tech</a:t>
            </a:r>
            <a:r>
              <a:rPr lang="en-US" sz="2800" dirty="0">
                <a:latin typeface="Gabriola" panose="04040605051002020D02" pitchFamily="82" charset="0"/>
              </a:rPr>
              <a:t> E.C.E</a:t>
            </a:r>
          </a:p>
          <a:p>
            <a:pPr marL="152400" indent="0" algn="l"/>
            <a:r>
              <a:rPr lang="en-US" sz="2800" dirty="0">
                <a:latin typeface="Gabriola" panose="04040605051002020D02" pitchFamily="82" charset="0"/>
              </a:rPr>
              <a:t>• Internship at SV Technologies</a:t>
            </a:r>
          </a:p>
          <a:p>
            <a:pPr marL="152400" indent="0" algn="l"/>
            <a:r>
              <a:rPr lang="en-US" sz="2800" dirty="0">
                <a:latin typeface="Gabriola" panose="04040605051002020D02" pitchFamily="82" charset="0"/>
              </a:rPr>
              <a:t>• Duration: 30 days (June–July 2025)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Google Shape;2749;p51">
            <a:extLst>
              <a:ext uri="{FF2B5EF4-FFF2-40B4-BE49-F238E27FC236}">
                <a16:creationId xmlns:a16="http://schemas.microsoft.com/office/drawing/2014/main" id="{1DB7752A-85C8-DEE9-1901-B1FC351343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0432"/>
            <a:ext cx="2424755" cy="2012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>
            <a:spLocks noGrp="1"/>
          </p:cNvSpPr>
          <p:nvPr>
            <p:ph type="title"/>
          </p:nvPr>
        </p:nvSpPr>
        <p:spPr>
          <a:xfrm>
            <a:off x="720000" y="384619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accent1"/>
                </a:solidFill>
              </a:rPr>
              <a:t>           </a:t>
            </a:r>
            <a:r>
              <a:rPr lang="en-IN" dirty="0">
                <a:solidFill>
                  <a:schemeClr val="tx1"/>
                </a:solidFill>
              </a:rPr>
              <a:t>ABOUT</a:t>
            </a:r>
            <a:r>
              <a:rPr lang="en-IN" dirty="0">
                <a:solidFill>
                  <a:schemeClr val="accent1"/>
                </a:solidFill>
              </a:rPr>
              <a:t> THE COMPANY    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37" name="Google Shape;237;p31"/>
          <p:cNvSpPr txBox="1">
            <a:spLocks noGrp="1"/>
          </p:cNvSpPr>
          <p:nvPr>
            <p:ph type="body" idx="1"/>
          </p:nvPr>
        </p:nvSpPr>
        <p:spPr>
          <a:xfrm>
            <a:off x="60233" y="1120976"/>
            <a:ext cx="7704000" cy="3795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sz="3600" dirty="0">
                <a:latin typeface="Gabriola" panose="04040605051002020D02" pitchFamily="82" charset="0"/>
              </a:rPr>
              <a:t>• Name: SV Technologies</a:t>
            </a:r>
          </a:p>
          <a:p>
            <a:pPr marL="152400" indent="0">
              <a:buNone/>
            </a:pPr>
            <a:r>
              <a:rPr lang="en-US" sz="3600" dirty="0">
                <a:latin typeface="Gabriola" panose="04040605051002020D02" pitchFamily="82" charset="0"/>
              </a:rPr>
              <a:t>• Industry: Embedded Systems</a:t>
            </a:r>
          </a:p>
          <a:p>
            <a:pPr marL="152400" indent="0">
              <a:buNone/>
            </a:pPr>
            <a:r>
              <a:rPr lang="en-US" sz="3600" dirty="0">
                <a:latin typeface="Gabriola" panose="04040605051002020D02" pitchFamily="82" charset="0"/>
              </a:rPr>
              <a:t>• Focus: Embedded software and hardware solutions.</a:t>
            </a:r>
          </a:p>
          <a:p>
            <a:pPr marL="152400" indent="0">
              <a:buNone/>
            </a:pPr>
            <a:r>
              <a:rPr lang="en-US" sz="3600" dirty="0">
                <a:latin typeface="Gabriola" panose="04040605051002020D02" pitchFamily="82" charset="0"/>
              </a:rPr>
              <a:t>• Offers solutions for automotive, consumer electronics, and IoT.</a:t>
            </a:r>
          </a:p>
        </p:txBody>
      </p:sp>
      <p:grpSp>
        <p:nvGrpSpPr>
          <p:cNvPr id="2" name="Google Shape;282;p33">
            <a:extLst>
              <a:ext uri="{FF2B5EF4-FFF2-40B4-BE49-F238E27FC236}">
                <a16:creationId xmlns:a16="http://schemas.microsoft.com/office/drawing/2014/main" id="{1D8FAE6C-2E71-D90F-818A-75B3C327F4F0}"/>
              </a:ext>
            </a:extLst>
          </p:cNvPr>
          <p:cNvGrpSpPr/>
          <p:nvPr/>
        </p:nvGrpSpPr>
        <p:grpSpPr>
          <a:xfrm rot="20406509" flipH="1">
            <a:off x="6991282" y="-191267"/>
            <a:ext cx="1900646" cy="5004455"/>
            <a:chOff x="7350442" y="2608992"/>
            <a:chExt cx="636650" cy="1673160"/>
          </a:xfrm>
        </p:grpSpPr>
        <p:sp>
          <p:nvSpPr>
            <p:cNvPr id="3" name="Google Shape;283;p33">
              <a:extLst>
                <a:ext uri="{FF2B5EF4-FFF2-40B4-BE49-F238E27FC236}">
                  <a16:creationId xmlns:a16="http://schemas.microsoft.com/office/drawing/2014/main" id="{74BF55C8-6D98-F3D7-6B37-47BBA78883CC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84;p33">
              <a:extLst>
                <a:ext uri="{FF2B5EF4-FFF2-40B4-BE49-F238E27FC236}">
                  <a16:creationId xmlns:a16="http://schemas.microsoft.com/office/drawing/2014/main" id="{B197C6C8-4124-A2B3-4BD1-EA1FD35F0394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85;p33">
              <a:extLst>
                <a:ext uri="{FF2B5EF4-FFF2-40B4-BE49-F238E27FC236}">
                  <a16:creationId xmlns:a16="http://schemas.microsoft.com/office/drawing/2014/main" id="{3098B13C-2CC1-14E4-11CC-F4EF4A149449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86;p33">
              <a:extLst>
                <a:ext uri="{FF2B5EF4-FFF2-40B4-BE49-F238E27FC236}">
                  <a16:creationId xmlns:a16="http://schemas.microsoft.com/office/drawing/2014/main" id="{AFA94B53-1408-2F2B-C366-3B41BBCAE821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87;p33">
              <a:extLst>
                <a:ext uri="{FF2B5EF4-FFF2-40B4-BE49-F238E27FC236}">
                  <a16:creationId xmlns:a16="http://schemas.microsoft.com/office/drawing/2014/main" id="{EE703489-165A-359F-D5C1-8DC1DC5F3D8C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88;p33">
              <a:extLst>
                <a:ext uri="{FF2B5EF4-FFF2-40B4-BE49-F238E27FC236}">
                  <a16:creationId xmlns:a16="http://schemas.microsoft.com/office/drawing/2014/main" id="{1A8AECBE-C6C3-EFAD-2001-06A4D3635E5A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89;p33">
              <a:extLst>
                <a:ext uri="{FF2B5EF4-FFF2-40B4-BE49-F238E27FC236}">
                  <a16:creationId xmlns:a16="http://schemas.microsoft.com/office/drawing/2014/main" id="{689BD472-38EC-529D-94AD-BFDC9D5BAA4F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2346;p50">
            <a:extLst>
              <a:ext uri="{FF2B5EF4-FFF2-40B4-BE49-F238E27FC236}">
                <a16:creationId xmlns:a16="http://schemas.microsoft.com/office/drawing/2014/main" id="{13064168-4B7E-6972-0ED9-84DA50D3C9CB}"/>
              </a:ext>
            </a:extLst>
          </p:cNvPr>
          <p:cNvGrpSpPr/>
          <p:nvPr/>
        </p:nvGrpSpPr>
        <p:grpSpPr>
          <a:xfrm>
            <a:off x="5639099" y="321847"/>
            <a:ext cx="623603" cy="508344"/>
            <a:chOff x="1534502" y="3934946"/>
            <a:chExt cx="370950" cy="371619"/>
          </a:xfrm>
          <a:solidFill>
            <a:schemeClr val="accent1">
              <a:lumMod val="75000"/>
            </a:schemeClr>
          </a:solidFill>
        </p:grpSpPr>
        <p:sp>
          <p:nvSpPr>
            <p:cNvPr id="17" name="Google Shape;2347;p50">
              <a:extLst>
                <a:ext uri="{FF2B5EF4-FFF2-40B4-BE49-F238E27FC236}">
                  <a16:creationId xmlns:a16="http://schemas.microsoft.com/office/drawing/2014/main" id="{F934A653-7834-106A-2579-F2AC1E6610EC}"/>
                </a:ext>
              </a:extLst>
            </p:cNvPr>
            <p:cNvSpPr/>
            <p:nvPr/>
          </p:nvSpPr>
          <p:spPr>
            <a:xfrm>
              <a:off x="1730221" y="3934946"/>
              <a:ext cx="103515" cy="110367"/>
            </a:xfrm>
            <a:custGeom>
              <a:avLst/>
              <a:gdLst/>
              <a:ahLst/>
              <a:cxnLst/>
              <a:rect l="l" t="t" r="r" b="b"/>
              <a:pathLst>
                <a:path w="2946" h="3141" extrusionOk="0">
                  <a:moveTo>
                    <a:pt x="2042" y="1"/>
                  </a:moveTo>
                  <a:cubicBezTo>
                    <a:pt x="1388" y="1"/>
                    <a:pt x="1027" y="752"/>
                    <a:pt x="1417" y="1262"/>
                  </a:cubicBezTo>
                  <a:lnTo>
                    <a:pt x="472" y="2513"/>
                  </a:lnTo>
                  <a:lnTo>
                    <a:pt x="0" y="2513"/>
                  </a:lnTo>
                  <a:lnTo>
                    <a:pt x="0" y="3141"/>
                  </a:lnTo>
                  <a:lnTo>
                    <a:pt x="785" y="3141"/>
                  </a:lnTo>
                  <a:lnTo>
                    <a:pt x="1974" y="1569"/>
                  </a:lnTo>
                  <a:cubicBezTo>
                    <a:pt x="1997" y="1571"/>
                    <a:pt x="2020" y="1572"/>
                    <a:pt x="2042" y="1572"/>
                  </a:cubicBezTo>
                  <a:cubicBezTo>
                    <a:pt x="2549" y="1572"/>
                    <a:pt x="2945" y="1088"/>
                    <a:pt x="2795" y="557"/>
                  </a:cubicBezTo>
                  <a:cubicBezTo>
                    <a:pt x="2710" y="261"/>
                    <a:pt x="2452" y="44"/>
                    <a:pt x="2148" y="7"/>
                  </a:cubicBezTo>
                  <a:cubicBezTo>
                    <a:pt x="2112" y="3"/>
                    <a:pt x="2076" y="1"/>
                    <a:pt x="20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48;p50">
              <a:extLst>
                <a:ext uri="{FF2B5EF4-FFF2-40B4-BE49-F238E27FC236}">
                  <a16:creationId xmlns:a16="http://schemas.microsoft.com/office/drawing/2014/main" id="{43B5179A-C409-4730-CAE5-F2B51D53E084}"/>
                </a:ext>
              </a:extLst>
            </p:cNvPr>
            <p:cNvSpPr/>
            <p:nvPr/>
          </p:nvSpPr>
          <p:spPr>
            <a:xfrm>
              <a:off x="1730221" y="4000197"/>
              <a:ext cx="164584" cy="88265"/>
            </a:xfrm>
            <a:custGeom>
              <a:avLst/>
              <a:gdLst/>
              <a:ahLst/>
              <a:cxnLst/>
              <a:rect l="l" t="t" r="r" b="b"/>
              <a:pathLst>
                <a:path w="4684" h="2512" extrusionOk="0">
                  <a:moveTo>
                    <a:pt x="3856" y="0"/>
                  </a:moveTo>
                  <a:cubicBezTo>
                    <a:pt x="3311" y="0"/>
                    <a:pt x="2940" y="560"/>
                    <a:pt x="3138" y="1072"/>
                  </a:cubicBezTo>
                  <a:lnTo>
                    <a:pt x="2339" y="1884"/>
                  </a:lnTo>
                  <a:lnTo>
                    <a:pt x="0" y="1884"/>
                  </a:lnTo>
                  <a:lnTo>
                    <a:pt x="0" y="2512"/>
                  </a:lnTo>
                  <a:lnTo>
                    <a:pt x="2595" y="2512"/>
                  </a:lnTo>
                  <a:lnTo>
                    <a:pt x="3574" y="1517"/>
                  </a:lnTo>
                  <a:cubicBezTo>
                    <a:pt x="3667" y="1554"/>
                    <a:pt x="3762" y="1572"/>
                    <a:pt x="3855" y="1572"/>
                  </a:cubicBezTo>
                  <a:cubicBezTo>
                    <a:pt x="4294" y="1572"/>
                    <a:pt x="4683" y="1183"/>
                    <a:pt x="4619" y="677"/>
                  </a:cubicBezTo>
                  <a:cubicBezTo>
                    <a:pt x="4576" y="329"/>
                    <a:pt x="4301" y="49"/>
                    <a:pt x="3953" y="6"/>
                  </a:cubicBezTo>
                  <a:cubicBezTo>
                    <a:pt x="3920" y="2"/>
                    <a:pt x="3888" y="0"/>
                    <a:pt x="38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49;p50">
              <a:extLst>
                <a:ext uri="{FF2B5EF4-FFF2-40B4-BE49-F238E27FC236}">
                  <a16:creationId xmlns:a16="http://schemas.microsoft.com/office/drawing/2014/main" id="{3F55D043-F1DA-BE56-1141-C67A56942ACC}"/>
                </a:ext>
              </a:extLst>
            </p:cNvPr>
            <p:cNvSpPr/>
            <p:nvPr/>
          </p:nvSpPr>
          <p:spPr>
            <a:xfrm>
              <a:off x="1599789" y="4106103"/>
              <a:ext cx="23472" cy="29024"/>
            </a:xfrm>
            <a:custGeom>
              <a:avLst/>
              <a:gdLst/>
              <a:ahLst/>
              <a:cxnLst/>
              <a:rect l="l" t="t" r="r" b="b"/>
              <a:pathLst>
                <a:path w="668" h="826" extrusionOk="0">
                  <a:moveTo>
                    <a:pt x="0" y="1"/>
                  </a:moveTo>
                  <a:lnTo>
                    <a:pt x="0" y="826"/>
                  </a:lnTo>
                  <a:lnTo>
                    <a:pt x="668" y="414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50;p50">
              <a:extLst>
                <a:ext uri="{FF2B5EF4-FFF2-40B4-BE49-F238E27FC236}">
                  <a16:creationId xmlns:a16="http://schemas.microsoft.com/office/drawing/2014/main" id="{869D8B29-1E6D-B904-4D6B-E154369467BB}"/>
                </a:ext>
              </a:extLst>
            </p:cNvPr>
            <p:cNvSpPr/>
            <p:nvPr/>
          </p:nvSpPr>
          <p:spPr>
            <a:xfrm>
              <a:off x="1534502" y="4023248"/>
              <a:ext cx="173685" cy="194767"/>
            </a:xfrm>
            <a:custGeom>
              <a:avLst/>
              <a:gdLst/>
              <a:ahLst/>
              <a:cxnLst/>
              <a:rect l="l" t="t" r="r" b="b"/>
              <a:pathLst>
                <a:path w="4943" h="5543" extrusionOk="0">
                  <a:moveTo>
                    <a:pt x="1257" y="1252"/>
                  </a:moveTo>
                  <a:lnTo>
                    <a:pt x="3714" y="2772"/>
                  </a:lnTo>
                  <a:lnTo>
                    <a:pt x="1257" y="4290"/>
                  </a:lnTo>
                  <a:lnTo>
                    <a:pt x="1257" y="1252"/>
                  </a:lnTo>
                  <a:close/>
                  <a:moveTo>
                    <a:pt x="1" y="0"/>
                  </a:moveTo>
                  <a:lnTo>
                    <a:pt x="1" y="5543"/>
                  </a:lnTo>
                  <a:lnTo>
                    <a:pt x="4943" y="5543"/>
                  </a:lnTo>
                  <a:lnTo>
                    <a:pt x="49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351;p50">
              <a:extLst>
                <a:ext uri="{FF2B5EF4-FFF2-40B4-BE49-F238E27FC236}">
                  <a16:creationId xmlns:a16="http://schemas.microsoft.com/office/drawing/2014/main" id="{660D66F8-F1B0-C526-0417-6AA3CECC65AD}"/>
                </a:ext>
              </a:extLst>
            </p:cNvPr>
            <p:cNvSpPr/>
            <p:nvPr/>
          </p:nvSpPr>
          <p:spPr>
            <a:xfrm>
              <a:off x="1730221" y="4093032"/>
              <a:ext cx="175231" cy="55166"/>
            </a:xfrm>
            <a:custGeom>
              <a:avLst/>
              <a:gdLst/>
              <a:ahLst/>
              <a:cxnLst/>
              <a:rect l="l" t="t" r="r" b="b"/>
              <a:pathLst>
                <a:path w="4987" h="1570" extrusionOk="0">
                  <a:moveTo>
                    <a:pt x="4164" y="1"/>
                  </a:moveTo>
                  <a:cubicBezTo>
                    <a:pt x="3847" y="1"/>
                    <a:pt x="3577" y="194"/>
                    <a:pt x="3458" y="471"/>
                  </a:cubicBezTo>
                  <a:lnTo>
                    <a:pt x="0" y="471"/>
                  </a:lnTo>
                  <a:lnTo>
                    <a:pt x="0" y="1100"/>
                  </a:lnTo>
                  <a:lnTo>
                    <a:pt x="3458" y="1100"/>
                  </a:lnTo>
                  <a:cubicBezTo>
                    <a:pt x="3577" y="1377"/>
                    <a:pt x="3847" y="1570"/>
                    <a:pt x="4162" y="1570"/>
                  </a:cubicBezTo>
                  <a:cubicBezTo>
                    <a:pt x="4194" y="1570"/>
                    <a:pt x="4227" y="1568"/>
                    <a:pt x="4259" y="1564"/>
                  </a:cubicBezTo>
                  <a:cubicBezTo>
                    <a:pt x="4610" y="1521"/>
                    <a:pt x="4887" y="1235"/>
                    <a:pt x="4929" y="884"/>
                  </a:cubicBezTo>
                  <a:cubicBezTo>
                    <a:pt x="4987" y="407"/>
                    <a:pt x="4622" y="1"/>
                    <a:pt x="4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352;p50">
              <a:extLst>
                <a:ext uri="{FF2B5EF4-FFF2-40B4-BE49-F238E27FC236}">
                  <a16:creationId xmlns:a16="http://schemas.microsoft.com/office/drawing/2014/main" id="{62052825-FB40-EC67-8EDF-DC4A079ACC7C}"/>
                </a:ext>
              </a:extLst>
            </p:cNvPr>
            <p:cNvSpPr/>
            <p:nvPr/>
          </p:nvSpPr>
          <p:spPr>
            <a:xfrm>
              <a:off x="1730221" y="4152767"/>
              <a:ext cx="165146" cy="88301"/>
            </a:xfrm>
            <a:custGeom>
              <a:avLst/>
              <a:gdLst/>
              <a:ahLst/>
              <a:cxnLst/>
              <a:rect l="l" t="t" r="r" b="b"/>
              <a:pathLst>
                <a:path w="4700" h="2513" extrusionOk="0">
                  <a:moveTo>
                    <a:pt x="0" y="1"/>
                  </a:moveTo>
                  <a:lnTo>
                    <a:pt x="0" y="628"/>
                  </a:lnTo>
                  <a:lnTo>
                    <a:pt x="2339" y="628"/>
                  </a:lnTo>
                  <a:lnTo>
                    <a:pt x="3138" y="1440"/>
                  </a:lnTo>
                  <a:cubicBezTo>
                    <a:pt x="2941" y="1953"/>
                    <a:pt x="3311" y="2512"/>
                    <a:pt x="3857" y="2512"/>
                  </a:cubicBezTo>
                  <a:cubicBezTo>
                    <a:pt x="3899" y="2512"/>
                    <a:pt x="3942" y="2509"/>
                    <a:pt x="3986" y="2502"/>
                  </a:cubicBezTo>
                  <a:cubicBezTo>
                    <a:pt x="4308" y="2450"/>
                    <a:pt x="4561" y="2191"/>
                    <a:pt x="4615" y="1869"/>
                  </a:cubicBezTo>
                  <a:cubicBezTo>
                    <a:pt x="4700" y="1347"/>
                    <a:pt x="4304" y="941"/>
                    <a:pt x="3855" y="941"/>
                  </a:cubicBezTo>
                  <a:cubicBezTo>
                    <a:pt x="3762" y="941"/>
                    <a:pt x="3667" y="958"/>
                    <a:pt x="3574" y="996"/>
                  </a:cubicBezTo>
                  <a:lnTo>
                    <a:pt x="25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53;p50">
              <a:extLst>
                <a:ext uri="{FF2B5EF4-FFF2-40B4-BE49-F238E27FC236}">
                  <a16:creationId xmlns:a16="http://schemas.microsoft.com/office/drawing/2014/main" id="{607A4B30-F53C-2838-A8CC-8E8C4521E6ED}"/>
                </a:ext>
              </a:extLst>
            </p:cNvPr>
            <p:cNvSpPr/>
            <p:nvPr/>
          </p:nvSpPr>
          <p:spPr>
            <a:xfrm>
              <a:off x="1730221" y="4195952"/>
              <a:ext cx="103445" cy="110613"/>
            </a:xfrm>
            <a:custGeom>
              <a:avLst/>
              <a:gdLst/>
              <a:ahLst/>
              <a:cxnLst/>
              <a:rect l="l" t="t" r="r" b="b"/>
              <a:pathLst>
                <a:path w="2944" h="3148" extrusionOk="0">
                  <a:moveTo>
                    <a:pt x="0" y="0"/>
                  </a:moveTo>
                  <a:lnTo>
                    <a:pt x="0" y="628"/>
                  </a:lnTo>
                  <a:lnTo>
                    <a:pt x="472" y="628"/>
                  </a:lnTo>
                  <a:lnTo>
                    <a:pt x="1416" y="1887"/>
                  </a:lnTo>
                  <a:cubicBezTo>
                    <a:pt x="1029" y="2398"/>
                    <a:pt x="1389" y="3148"/>
                    <a:pt x="2042" y="3148"/>
                  </a:cubicBezTo>
                  <a:cubicBezTo>
                    <a:pt x="2077" y="3148"/>
                    <a:pt x="2112" y="3145"/>
                    <a:pt x="2149" y="3141"/>
                  </a:cubicBezTo>
                  <a:cubicBezTo>
                    <a:pt x="2455" y="3102"/>
                    <a:pt x="2713" y="2884"/>
                    <a:pt x="2795" y="2588"/>
                  </a:cubicBezTo>
                  <a:cubicBezTo>
                    <a:pt x="2944" y="2057"/>
                    <a:pt x="2548" y="1578"/>
                    <a:pt x="2044" y="1578"/>
                  </a:cubicBezTo>
                  <a:cubicBezTo>
                    <a:pt x="2020" y="1578"/>
                    <a:pt x="1995" y="1579"/>
                    <a:pt x="1971" y="1581"/>
                  </a:cubicBezTo>
                  <a:lnTo>
                    <a:pt x="78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354;p50">
              <a:extLst>
                <a:ext uri="{FF2B5EF4-FFF2-40B4-BE49-F238E27FC236}">
                  <a16:creationId xmlns:a16="http://schemas.microsoft.com/office/drawing/2014/main" id="{7D543110-1CA5-CCCE-1F69-512C1CAC8F67}"/>
                </a:ext>
              </a:extLst>
            </p:cNvPr>
            <p:cNvSpPr/>
            <p:nvPr/>
          </p:nvSpPr>
          <p:spPr>
            <a:xfrm>
              <a:off x="1561734" y="3935894"/>
              <a:ext cx="119608" cy="65321"/>
            </a:xfrm>
            <a:custGeom>
              <a:avLst/>
              <a:gdLst/>
              <a:ahLst/>
              <a:cxnLst/>
              <a:rect l="l" t="t" r="r" b="b"/>
              <a:pathLst>
                <a:path w="3404" h="1859" extrusionOk="0">
                  <a:moveTo>
                    <a:pt x="465" y="1"/>
                  </a:moveTo>
                  <a:lnTo>
                    <a:pt x="1" y="1858"/>
                  </a:lnTo>
                  <a:lnTo>
                    <a:pt x="3403" y="1858"/>
                  </a:lnTo>
                  <a:lnTo>
                    <a:pt x="293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355;p50">
              <a:extLst>
                <a:ext uri="{FF2B5EF4-FFF2-40B4-BE49-F238E27FC236}">
                  <a16:creationId xmlns:a16="http://schemas.microsoft.com/office/drawing/2014/main" id="{7E142991-9720-9AFF-054B-DAF5A1F39EED}"/>
                </a:ext>
              </a:extLst>
            </p:cNvPr>
            <p:cNvSpPr/>
            <p:nvPr/>
          </p:nvSpPr>
          <p:spPr>
            <a:xfrm>
              <a:off x="1561734" y="4240050"/>
              <a:ext cx="119608" cy="65285"/>
            </a:xfrm>
            <a:custGeom>
              <a:avLst/>
              <a:gdLst/>
              <a:ahLst/>
              <a:cxnLst/>
              <a:rect l="l" t="t" r="r" b="b"/>
              <a:pathLst>
                <a:path w="3404" h="1858" extrusionOk="0">
                  <a:moveTo>
                    <a:pt x="1" y="0"/>
                  </a:moveTo>
                  <a:lnTo>
                    <a:pt x="465" y="1858"/>
                  </a:lnTo>
                  <a:lnTo>
                    <a:pt x="2939" y="1858"/>
                  </a:lnTo>
                  <a:lnTo>
                    <a:pt x="34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35"/>
          <p:cNvGrpSpPr/>
          <p:nvPr/>
        </p:nvGrpSpPr>
        <p:grpSpPr>
          <a:xfrm rot="5400000">
            <a:off x="6420591" y="2430579"/>
            <a:ext cx="1559442" cy="3866401"/>
            <a:chOff x="7350442" y="2608992"/>
            <a:chExt cx="777239" cy="1673160"/>
          </a:xfrm>
        </p:grpSpPr>
        <p:sp>
          <p:nvSpPr>
            <p:cNvPr id="352" name="Google Shape;352;p35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5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5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5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35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35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1468534" y="628341"/>
            <a:ext cx="3975638" cy="6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INTERNSHIP</a:t>
            </a:r>
            <a:r>
              <a:rPr lang="en" dirty="0">
                <a:solidFill>
                  <a:schemeClr val="accent1"/>
                </a:solidFill>
              </a:rPr>
              <a:t> ROLE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61" name="Google Shape;361;p35"/>
          <p:cNvSpPr txBox="1">
            <a:spLocks noGrp="1"/>
          </p:cNvSpPr>
          <p:nvPr>
            <p:ph type="body" idx="1"/>
          </p:nvPr>
        </p:nvSpPr>
        <p:spPr>
          <a:xfrm>
            <a:off x="843469" y="1403558"/>
            <a:ext cx="5328941" cy="267322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9700" indent="0">
              <a:buNone/>
            </a:pPr>
            <a:r>
              <a:rPr lang="en-US" sz="2800" dirty="0">
                <a:latin typeface="Gabriola" panose="04040605051002020D02" pitchFamily="82" charset="0"/>
              </a:rPr>
              <a:t>• Role: Intern - Embedded Systems</a:t>
            </a:r>
          </a:p>
          <a:p>
            <a:pPr marL="139700" indent="0">
              <a:buNone/>
            </a:pPr>
            <a:r>
              <a:rPr lang="en-US" sz="2800" dirty="0">
                <a:latin typeface="Gabriola" panose="04040605051002020D02" pitchFamily="82" charset="0"/>
              </a:rPr>
              <a:t>• Department: Embedded Systems        </a:t>
            </a:r>
          </a:p>
          <a:p>
            <a:pPr marL="139700" indent="0">
              <a:buNone/>
            </a:pPr>
            <a:r>
              <a:rPr lang="en-US" sz="2800" dirty="0">
                <a:latin typeface="Gabriola" panose="04040605051002020D02" pitchFamily="82" charset="0"/>
              </a:rPr>
              <a:t>  Development</a:t>
            </a:r>
          </a:p>
          <a:p>
            <a:pPr marL="139700" indent="0">
              <a:buNone/>
            </a:pPr>
            <a:r>
              <a:rPr lang="en-US" sz="2800" dirty="0">
                <a:latin typeface="Gabriola" panose="04040605051002020D02" pitchFamily="82" charset="0"/>
              </a:rPr>
              <a:t>• Responsibilities: Supporting design, testing, and documentation of </a:t>
            </a:r>
            <a:r>
              <a:rPr lang="en-IN" sz="2800" dirty="0">
                <a:latin typeface="Gabriola" panose="04040605051002020D02" pitchFamily="82" charset="0"/>
              </a:rPr>
              <a:t>Embedded Systems</a:t>
            </a:r>
            <a:r>
              <a:rPr lang="en-US" sz="2800" dirty="0"/>
              <a:t>.</a:t>
            </a:r>
          </a:p>
        </p:txBody>
      </p:sp>
      <p:pic>
        <p:nvPicPr>
          <p:cNvPr id="362" name="Google Shape;36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4451" y="830149"/>
            <a:ext cx="3471725" cy="267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42"/>
          <p:cNvSpPr txBox="1">
            <a:spLocks noGrp="1"/>
          </p:cNvSpPr>
          <p:nvPr>
            <p:ph type="title"/>
          </p:nvPr>
        </p:nvSpPr>
        <p:spPr>
          <a:xfrm>
            <a:off x="976309" y="595741"/>
            <a:ext cx="77109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SKILLS</a:t>
            </a:r>
            <a:r>
              <a:rPr lang="en" dirty="0">
                <a:solidFill>
                  <a:schemeClr val="accent1"/>
                </a:solidFill>
              </a:rPr>
              <a:t> LEARNED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152" name="Google Shape;2152;p42"/>
          <p:cNvCxnSpPr>
            <a:stCxn id="2153" idx="7"/>
            <a:endCxn id="2154" idx="3"/>
          </p:cNvCxnSpPr>
          <p:nvPr/>
        </p:nvCxnSpPr>
        <p:spPr>
          <a:xfrm rot="10800000" flipH="1">
            <a:off x="1898070" y="2719961"/>
            <a:ext cx="1332300" cy="868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5" name="Google Shape;2155;p42"/>
          <p:cNvCxnSpPr>
            <a:stCxn id="2154" idx="5"/>
            <a:endCxn id="2156" idx="1"/>
          </p:cNvCxnSpPr>
          <p:nvPr/>
        </p:nvCxnSpPr>
        <p:spPr>
          <a:xfrm>
            <a:off x="3906726" y="2720038"/>
            <a:ext cx="1334700" cy="868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3" name="Google Shape;2153;p42"/>
          <p:cNvSpPr/>
          <p:nvPr/>
        </p:nvSpPr>
        <p:spPr>
          <a:xfrm>
            <a:off x="1081475" y="3448355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01</a:t>
            </a:r>
            <a:endParaRPr sz="300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159" name="Google Shape;2159;p42"/>
          <p:cNvSpPr/>
          <p:nvPr/>
        </p:nvSpPr>
        <p:spPr>
          <a:xfrm>
            <a:off x="796921" y="3163803"/>
            <a:ext cx="1525800" cy="1525800"/>
          </a:xfrm>
          <a:prstGeom prst="blockArc">
            <a:avLst>
              <a:gd name="adj1" fmla="val 7558344"/>
              <a:gd name="adj2" fmla="val 1850511"/>
              <a:gd name="adj3" fmla="val 9051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6" name="Google Shape;2156;p42"/>
          <p:cNvSpPr/>
          <p:nvPr/>
        </p:nvSpPr>
        <p:spPr>
          <a:xfrm>
            <a:off x="5101272" y="3448355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03</a:t>
            </a:r>
            <a:endParaRPr sz="3000" dirty="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160" name="Google Shape;2160;p42"/>
          <p:cNvSpPr/>
          <p:nvPr/>
        </p:nvSpPr>
        <p:spPr>
          <a:xfrm rot="6299891">
            <a:off x="4813508" y="3163918"/>
            <a:ext cx="1525570" cy="1525570"/>
          </a:xfrm>
          <a:prstGeom prst="blockArc">
            <a:avLst>
              <a:gd name="adj1" fmla="val 7558344"/>
              <a:gd name="adj2" fmla="val 15223599"/>
              <a:gd name="adj3" fmla="val 8678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2" name="Google Shape;2162;p42"/>
          <p:cNvSpPr txBox="1">
            <a:spLocks noGrp="1"/>
          </p:cNvSpPr>
          <p:nvPr>
            <p:ph type="title" idx="4294967295"/>
          </p:nvPr>
        </p:nvSpPr>
        <p:spPr>
          <a:xfrm>
            <a:off x="480118" y="1915768"/>
            <a:ext cx="2084101" cy="3207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TECHNICAL SKILLS</a:t>
            </a:r>
            <a:endParaRPr sz="2200" dirty="0"/>
          </a:p>
        </p:txBody>
      </p:sp>
      <p:sp>
        <p:nvSpPr>
          <p:cNvPr id="2163" name="Google Shape;2163;p42"/>
          <p:cNvSpPr txBox="1">
            <a:spLocks noGrp="1"/>
          </p:cNvSpPr>
          <p:nvPr>
            <p:ph type="subTitle" idx="4294967295"/>
          </p:nvPr>
        </p:nvSpPr>
        <p:spPr>
          <a:xfrm>
            <a:off x="325582" y="2342624"/>
            <a:ext cx="2350960" cy="7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Microcontrollers,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 C Programming, Embedded C, Debugging.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4" name="Google Shape;2164;p42"/>
          <p:cNvSpPr txBox="1">
            <a:spLocks noGrp="1"/>
          </p:cNvSpPr>
          <p:nvPr>
            <p:ph type="title" idx="4294967295"/>
          </p:nvPr>
        </p:nvSpPr>
        <p:spPr>
          <a:xfrm>
            <a:off x="4730038" y="1882675"/>
            <a:ext cx="1693200" cy="3207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IN" sz="2400" dirty="0"/>
              <a:t>Soft Skills</a:t>
            </a:r>
            <a:endParaRPr sz="2200" dirty="0"/>
          </a:p>
        </p:txBody>
      </p:sp>
      <p:sp>
        <p:nvSpPr>
          <p:cNvPr id="2154" name="Google Shape;2154;p42"/>
          <p:cNvSpPr/>
          <p:nvPr/>
        </p:nvSpPr>
        <p:spPr>
          <a:xfrm>
            <a:off x="3090132" y="1903443"/>
            <a:ext cx="956700" cy="9567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rPr>
              <a:t>02</a:t>
            </a:r>
            <a:endParaRPr sz="300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165" name="Google Shape;2165;p42"/>
          <p:cNvSpPr/>
          <p:nvPr/>
        </p:nvSpPr>
        <p:spPr>
          <a:xfrm rot="3599795">
            <a:off x="2805598" y="1618983"/>
            <a:ext cx="1525643" cy="1525643"/>
          </a:xfrm>
          <a:prstGeom prst="blockArc">
            <a:avLst>
              <a:gd name="adj1" fmla="val 2672861"/>
              <a:gd name="adj2" fmla="val 14566258"/>
              <a:gd name="adj3" fmla="val 8261"/>
            </a:avLst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6" name="Google Shape;2166;p42"/>
          <p:cNvSpPr txBox="1">
            <a:spLocks noGrp="1"/>
          </p:cNvSpPr>
          <p:nvPr>
            <p:ph type="subTitle" idx="4294967295"/>
          </p:nvPr>
        </p:nvSpPr>
        <p:spPr>
          <a:xfrm>
            <a:off x="4642093" y="2255157"/>
            <a:ext cx="2187122" cy="6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IN" sz="1800" dirty="0">
                <a:solidFill>
                  <a:schemeClr val="tx1"/>
                </a:solidFill>
              </a:rPr>
              <a:t>Communication, Time Management, Teamwork</a:t>
            </a:r>
            <a:endParaRPr sz="1800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7" name="Google Shape;2167;p42"/>
          <p:cNvSpPr txBox="1">
            <a:spLocks noGrp="1"/>
          </p:cNvSpPr>
          <p:nvPr>
            <p:ph type="title" idx="4294967295"/>
          </p:nvPr>
        </p:nvSpPr>
        <p:spPr>
          <a:xfrm>
            <a:off x="2722632" y="3488638"/>
            <a:ext cx="1691700" cy="498906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IN" sz="2800" dirty="0"/>
              <a:t>Tools</a:t>
            </a:r>
            <a:endParaRPr sz="2800" dirty="0"/>
          </a:p>
        </p:txBody>
      </p:sp>
      <p:sp>
        <p:nvSpPr>
          <p:cNvPr id="2168" name="Google Shape;2168;p42"/>
          <p:cNvSpPr txBox="1">
            <a:spLocks noGrp="1"/>
          </p:cNvSpPr>
          <p:nvPr>
            <p:ph type="subTitle" idx="4294967295"/>
          </p:nvPr>
        </p:nvSpPr>
        <p:spPr>
          <a:xfrm>
            <a:off x="2722632" y="3945225"/>
            <a:ext cx="16917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IN" sz="1800" dirty="0">
                <a:solidFill>
                  <a:schemeClr val="tx1"/>
                </a:solidFill>
              </a:rPr>
              <a:t>Arduino, Keil, Proteus.</a:t>
            </a:r>
            <a:endParaRPr sz="1800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9" name="Google Shape;2169;p42"/>
          <p:cNvSpPr txBox="1">
            <a:spLocks noGrp="1"/>
          </p:cNvSpPr>
          <p:nvPr>
            <p:ph type="title" idx="4294967295"/>
          </p:nvPr>
        </p:nvSpPr>
        <p:spPr>
          <a:xfrm flipV="1">
            <a:off x="7129412" y="4746553"/>
            <a:ext cx="872016" cy="45719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dirty="0"/>
              <a:t>.</a:t>
            </a:r>
            <a:endParaRPr sz="2200" dirty="0"/>
          </a:p>
        </p:txBody>
      </p:sp>
      <p:sp>
        <p:nvSpPr>
          <p:cNvPr id="2170" name="Google Shape;2170;p42"/>
          <p:cNvSpPr txBox="1">
            <a:spLocks noGrp="1"/>
          </p:cNvSpPr>
          <p:nvPr>
            <p:ph type="subTitle" idx="4"/>
          </p:nvPr>
        </p:nvSpPr>
        <p:spPr>
          <a:xfrm flipH="1" flipV="1">
            <a:off x="7129412" y="4309733"/>
            <a:ext cx="780929" cy="37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71" name="Google Shape;2171;p42"/>
          <p:cNvGrpSpPr/>
          <p:nvPr/>
        </p:nvGrpSpPr>
        <p:grpSpPr>
          <a:xfrm rot="5400000" flipH="1">
            <a:off x="6054279" y="-1453324"/>
            <a:ext cx="1955378" cy="4224060"/>
            <a:chOff x="7350442" y="2608992"/>
            <a:chExt cx="777239" cy="1673160"/>
          </a:xfrm>
        </p:grpSpPr>
        <p:sp>
          <p:nvSpPr>
            <p:cNvPr id="2172" name="Google Shape;2172;p4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3" name="Google Shape;2173;p4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4" name="Google Shape;2174;p4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5" name="Google Shape;2175;p4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6" name="Google Shape;2176;p4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7" name="Google Shape;2177;p4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8" name="Google Shape;2178;p4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9" name="Google Shape;2179;p4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4813075" y="1404414"/>
            <a:ext cx="3594900" cy="147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dist="19050" dir="5400000" algn="bl" rotWithShape="0">
              <a:srgbClr val="98FAFC">
                <a:alpha val="67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6"/>
          <p:cNvSpPr/>
          <p:nvPr/>
        </p:nvSpPr>
        <p:spPr>
          <a:xfrm>
            <a:off x="2774550" y="3132975"/>
            <a:ext cx="3594900" cy="147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dist="19050" dir="5400000" algn="bl" rotWithShape="0">
              <a:srgbClr val="98FAFC">
                <a:alpha val="67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855888" y="1388200"/>
            <a:ext cx="3594900" cy="147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00025" dist="19050" dir="5400000" algn="bl" rotWithShape="0">
              <a:srgbClr val="98FAFC">
                <a:alpha val="67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0" name="Google Shape;370;p36"/>
          <p:cNvGrpSpPr/>
          <p:nvPr/>
        </p:nvGrpSpPr>
        <p:grpSpPr>
          <a:xfrm rot="5400000">
            <a:off x="6793563" y="-1154209"/>
            <a:ext cx="959680" cy="3741186"/>
            <a:chOff x="7557897" y="2608992"/>
            <a:chExt cx="429195" cy="1673160"/>
          </a:xfrm>
        </p:grpSpPr>
        <p:sp>
          <p:nvSpPr>
            <p:cNvPr id="371" name="Google Shape;371;p36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36"/>
          <p:cNvSpPr txBox="1">
            <a:spLocks noGrp="1"/>
          </p:cNvSpPr>
          <p:nvPr>
            <p:ph type="title"/>
          </p:nvPr>
        </p:nvSpPr>
        <p:spPr>
          <a:xfrm flipV="1">
            <a:off x="146644" y="5944760"/>
            <a:ext cx="573355" cy="2566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375" name="Google Shape;375;p36"/>
          <p:cNvSpPr txBox="1">
            <a:spLocks noGrp="1"/>
          </p:cNvSpPr>
          <p:nvPr>
            <p:ph type="subTitle" idx="1"/>
          </p:nvPr>
        </p:nvSpPr>
        <p:spPr>
          <a:xfrm>
            <a:off x="1464796" y="1458659"/>
            <a:ext cx="2925090" cy="16839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800" dirty="0"/>
              <a:t> Developed a basic home  automation prototype      using Arduino.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376" name="Google Shape;376;p36"/>
          <p:cNvSpPr txBox="1">
            <a:spLocks noGrp="1"/>
          </p:cNvSpPr>
          <p:nvPr>
            <p:ph type="title" idx="2"/>
          </p:nvPr>
        </p:nvSpPr>
        <p:spPr>
          <a:xfrm>
            <a:off x="5421789" y="4630834"/>
            <a:ext cx="2340900" cy="39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.</a:t>
            </a:r>
            <a:endParaRPr dirty="0"/>
          </a:p>
        </p:txBody>
      </p:sp>
      <p:sp>
        <p:nvSpPr>
          <p:cNvPr id="377" name="Google Shape;377;p36"/>
          <p:cNvSpPr txBox="1">
            <a:spLocks noGrp="1"/>
          </p:cNvSpPr>
          <p:nvPr>
            <p:ph type="subTitle" idx="3"/>
          </p:nvPr>
        </p:nvSpPr>
        <p:spPr>
          <a:xfrm>
            <a:off x="5439123" y="1385965"/>
            <a:ext cx="2757306" cy="15035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/>
              <a:t>Wrote and tested code for robotic arm.</a:t>
            </a:r>
          </a:p>
        </p:txBody>
      </p:sp>
      <p:grpSp>
        <p:nvGrpSpPr>
          <p:cNvPr id="378" name="Google Shape;378;p36"/>
          <p:cNvGrpSpPr/>
          <p:nvPr/>
        </p:nvGrpSpPr>
        <p:grpSpPr>
          <a:xfrm>
            <a:off x="3014051" y="3291050"/>
            <a:ext cx="461914" cy="491319"/>
            <a:chOff x="8064537" y="2721380"/>
            <a:chExt cx="346600" cy="368664"/>
          </a:xfrm>
        </p:grpSpPr>
        <p:sp>
          <p:nvSpPr>
            <p:cNvPr id="379" name="Google Shape;379;p36"/>
            <p:cNvSpPr/>
            <p:nvPr/>
          </p:nvSpPr>
          <p:spPr>
            <a:xfrm>
              <a:off x="8291916" y="2764705"/>
              <a:ext cx="75897" cy="75897"/>
            </a:xfrm>
            <a:custGeom>
              <a:avLst/>
              <a:gdLst/>
              <a:ahLst/>
              <a:cxnLst/>
              <a:rect l="l" t="t" r="r" b="b"/>
              <a:pathLst>
                <a:path w="2160" h="2160" extrusionOk="0">
                  <a:moveTo>
                    <a:pt x="0" y="1"/>
                  </a:moveTo>
                  <a:lnTo>
                    <a:pt x="0" y="618"/>
                  </a:lnTo>
                  <a:cubicBezTo>
                    <a:pt x="851" y="618"/>
                    <a:pt x="1542" y="1309"/>
                    <a:pt x="1542" y="2160"/>
                  </a:cubicBezTo>
                  <a:lnTo>
                    <a:pt x="2159" y="2160"/>
                  </a:lnTo>
                  <a:cubicBezTo>
                    <a:pt x="2159" y="970"/>
                    <a:pt x="119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8291916" y="2721380"/>
              <a:ext cx="119222" cy="119222"/>
            </a:xfrm>
            <a:custGeom>
              <a:avLst/>
              <a:gdLst/>
              <a:ahLst/>
              <a:cxnLst/>
              <a:rect l="l" t="t" r="r" b="b"/>
              <a:pathLst>
                <a:path w="3393" h="3393" extrusionOk="0">
                  <a:moveTo>
                    <a:pt x="0" y="1"/>
                  </a:moveTo>
                  <a:lnTo>
                    <a:pt x="0" y="618"/>
                  </a:lnTo>
                  <a:cubicBezTo>
                    <a:pt x="1532" y="618"/>
                    <a:pt x="2777" y="1863"/>
                    <a:pt x="2777" y="3393"/>
                  </a:cubicBezTo>
                  <a:lnTo>
                    <a:pt x="3392" y="3393"/>
                  </a:lnTo>
                  <a:cubicBezTo>
                    <a:pt x="3392" y="1522"/>
                    <a:pt x="1871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8097145" y="2721591"/>
              <a:ext cx="108469" cy="75862"/>
            </a:xfrm>
            <a:custGeom>
              <a:avLst/>
              <a:gdLst/>
              <a:ahLst/>
              <a:cxnLst/>
              <a:rect l="l" t="t" r="r" b="b"/>
              <a:pathLst>
                <a:path w="3087" h="2159" extrusionOk="0">
                  <a:moveTo>
                    <a:pt x="1" y="1"/>
                  </a:moveTo>
                  <a:lnTo>
                    <a:pt x="1" y="765"/>
                  </a:lnTo>
                  <a:lnTo>
                    <a:pt x="1230" y="765"/>
                  </a:lnTo>
                  <a:lnTo>
                    <a:pt x="1230" y="1394"/>
                  </a:lnTo>
                  <a:lnTo>
                    <a:pt x="1" y="1394"/>
                  </a:lnTo>
                  <a:lnTo>
                    <a:pt x="1" y="2159"/>
                  </a:lnTo>
                  <a:lnTo>
                    <a:pt x="3086" y="2159"/>
                  </a:lnTo>
                  <a:lnTo>
                    <a:pt x="3086" y="1394"/>
                  </a:lnTo>
                  <a:lnTo>
                    <a:pt x="1858" y="1394"/>
                  </a:lnTo>
                  <a:lnTo>
                    <a:pt x="1858" y="765"/>
                  </a:lnTo>
                  <a:lnTo>
                    <a:pt x="3086" y="765"/>
                  </a:lnTo>
                  <a:lnTo>
                    <a:pt x="30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8127715" y="3008494"/>
              <a:ext cx="47049" cy="22066"/>
            </a:xfrm>
            <a:custGeom>
              <a:avLst/>
              <a:gdLst/>
              <a:ahLst/>
              <a:cxnLst/>
              <a:rect l="l" t="t" r="r" b="b"/>
              <a:pathLst>
                <a:path w="1339" h="628" extrusionOk="0">
                  <a:moveTo>
                    <a:pt x="359" y="0"/>
                  </a:moveTo>
                  <a:cubicBezTo>
                    <a:pt x="216" y="0"/>
                    <a:pt x="87" y="95"/>
                    <a:pt x="51" y="234"/>
                  </a:cubicBezTo>
                  <a:cubicBezTo>
                    <a:pt x="1" y="442"/>
                    <a:pt x="157" y="628"/>
                    <a:pt x="356" y="628"/>
                  </a:cubicBezTo>
                  <a:lnTo>
                    <a:pt x="981" y="628"/>
                  </a:lnTo>
                  <a:cubicBezTo>
                    <a:pt x="1125" y="628"/>
                    <a:pt x="1254" y="533"/>
                    <a:pt x="1288" y="393"/>
                  </a:cubicBezTo>
                  <a:cubicBezTo>
                    <a:pt x="1339" y="186"/>
                    <a:pt x="1183" y="0"/>
                    <a:pt x="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8064537" y="2813899"/>
              <a:ext cx="261107" cy="276146"/>
            </a:xfrm>
            <a:custGeom>
              <a:avLst/>
              <a:gdLst/>
              <a:ahLst/>
              <a:cxnLst/>
              <a:rect l="l" t="t" r="r" b="b"/>
              <a:pathLst>
                <a:path w="7431" h="7859" extrusionOk="0">
                  <a:moveTo>
                    <a:pt x="3387" y="1224"/>
                  </a:moveTo>
                  <a:lnTo>
                    <a:pt x="3387" y="1851"/>
                  </a:lnTo>
                  <a:lnTo>
                    <a:pt x="1529" y="1851"/>
                  </a:lnTo>
                  <a:lnTo>
                    <a:pt x="1529" y="1224"/>
                  </a:lnTo>
                  <a:close/>
                  <a:moveTo>
                    <a:pt x="3086" y="2452"/>
                  </a:moveTo>
                  <a:lnTo>
                    <a:pt x="3086" y="3080"/>
                  </a:lnTo>
                  <a:lnTo>
                    <a:pt x="1858" y="3080"/>
                  </a:lnTo>
                  <a:lnTo>
                    <a:pt x="1858" y="2452"/>
                  </a:lnTo>
                  <a:close/>
                  <a:moveTo>
                    <a:pt x="2786" y="3681"/>
                  </a:moveTo>
                  <a:lnTo>
                    <a:pt x="2786" y="4310"/>
                  </a:lnTo>
                  <a:lnTo>
                    <a:pt x="2158" y="4310"/>
                  </a:lnTo>
                  <a:lnTo>
                    <a:pt x="2158" y="3681"/>
                  </a:lnTo>
                  <a:close/>
                  <a:moveTo>
                    <a:pt x="2765" y="4937"/>
                  </a:moveTo>
                  <a:cubicBezTo>
                    <a:pt x="3205" y="4937"/>
                    <a:pt x="3632" y="5291"/>
                    <a:pt x="3696" y="5727"/>
                  </a:cubicBezTo>
                  <a:cubicBezTo>
                    <a:pt x="3779" y="6301"/>
                    <a:pt x="3335" y="6793"/>
                    <a:pt x="2777" y="6793"/>
                  </a:cubicBezTo>
                  <a:lnTo>
                    <a:pt x="2170" y="6793"/>
                  </a:lnTo>
                  <a:cubicBezTo>
                    <a:pt x="1730" y="6793"/>
                    <a:pt x="1303" y="6439"/>
                    <a:pt x="1241" y="6004"/>
                  </a:cubicBezTo>
                  <a:cubicBezTo>
                    <a:pt x="1158" y="5431"/>
                    <a:pt x="1601" y="4937"/>
                    <a:pt x="2158" y="4937"/>
                  </a:cubicBezTo>
                  <a:close/>
                  <a:moveTo>
                    <a:pt x="6485" y="1"/>
                  </a:moveTo>
                  <a:cubicBezTo>
                    <a:pt x="6284" y="1"/>
                    <a:pt x="6083" y="76"/>
                    <a:pt x="5930" y="226"/>
                  </a:cubicBezTo>
                  <a:cubicBezTo>
                    <a:pt x="5540" y="610"/>
                    <a:pt x="5665" y="1261"/>
                    <a:pt x="6172" y="1477"/>
                  </a:cubicBezTo>
                  <a:lnTo>
                    <a:pt x="6172" y="3096"/>
                  </a:lnTo>
                  <a:lnTo>
                    <a:pt x="5543" y="3712"/>
                  </a:lnTo>
                  <a:lnTo>
                    <a:pt x="5543" y="5074"/>
                  </a:lnTo>
                  <a:lnTo>
                    <a:pt x="4942" y="5074"/>
                  </a:lnTo>
                  <a:lnTo>
                    <a:pt x="4942" y="132"/>
                  </a:lnTo>
                  <a:lnTo>
                    <a:pt x="1" y="132"/>
                  </a:lnTo>
                  <a:lnTo>
                    <a:pt x="1" y="7858"/>
                  </a:lnTo>
                  <a:lnTo>
                    <a:pt x="4942" y="7858"/>
                  </a:lnTo>
                  <a:lnTo>
                    <a:pt x="4942" y="6630"/>
                  </a:lnTo>
                  <a:lnTo>
                    <a:pt x="6016" y="6630"/>
                  </a:lnTo>
                  <a:cubicBezTo>
                    <a:pt x="6401" y="6630"/>
                    <a:pt x="6736" y="6353"/>
                    <a:pt x="6791" y="5971"/>
                  </a:cubicBezTo>
                  <a:cubicBezTo>
                    <a:pt x="6852" y="5550"/>
                    <a:pt x="6565" y="5183"/>
                    <a:pt x="6172" y="5104"/>
                  </a:cubicBezTo>
                  <a:lnTo>
                    <a:pt x="6172" y="3983"/>
                  </a:lnTo>
                  <a:lnTo>
                    <a:pt x="6800" y="3365"/>
                  </a:lnTo>
                  <a:lnTo>
                    <a:pt x="6800" y="1477"/>
                  </a:lnTo>
                  <a:cubicBezTo>
                    <a:pt x="7305" y="1261"/>
                    <a:pt x="7430" y="608"/>
                    <a:pt x="7041" y="226"/>
                  </a:cubicBezTo>
                  <a:cubicBezTo>
                    <a:pt x="6888" y="76"/>
                    <a:pt x="6686" y="1"/>
                    <a:pt x="6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36"/>
          <p:cNvSpPr txBox="1">
            <a:spLocks noGrp="1"/>
          </p:cNvSpPr>
          <p:nvPr>
            <p:ph type="title" idx="4"/>
          </p:nvPr>
        </p:nvSpPr>
        <p:spPr>
          <a:xfrm>
            <a:off x="4326059" y="4766750"/>
            <a:ext cx="23373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.</a:t>
            </a:r>
            <a:endParaRPr dirty="0"/>
          </a:p>
        </p:txBody>
      </p:sp>
      <p:sp>
        <p:nvSpPr>
          <p:cNvPr id="385" name="Google Shape;385;p36"/>
          <p:cNvSpPr txBox="1">
            <a:spLocks noGrp="1"/>
          </p:cNvSpPr>
          <p:nvPr>
            <p:ph type="subTitle" idx="5"/>
          </p:nvPr>
        </p:nvSpPr>
        <p:spPr>
          <a:xfrm>
            <a:off x="3558896" y="3449361"/>
            <a:ext cx="2748495" cy="9337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sz="2000" dirty="0"/>
              <a:t>Assisted in PCB design for a simple temperature monitoring system.</a:t>
            </a:r>
            <a:endParaRPr sz="2000" dirty="0"/>
          </a:p>
        </p:txBody>
      </p:sp>
      <p:sp>
        <p:nvSpPr>
          <p:cNvPr id="386" name="Google Shape;386;p36"/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109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            PROJECTS</a:t>
            </a:r>
            <a:r>
              <a:rPr lang="en" dirty="0">
                <a:solidFill>
                  <a:schemeClr val="accent1"/>
                </a:solidFill>
              </a:rPr>
              <a:t> DONE</a:t>
            </a: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387" name="Google Shape;387;p36"/>
          <p:cNvGrpSpPr/>
          <p:nvPr/>
        </p:nvGrpSpPr>
        <p:grpSpPr>
          <a:xfrm>
            <a:off x="947571" y="1571123"/>
            <a:ext cx="461935" cy="393314"/>
            <a:chOff x="4794231" y="3363705"/>
            <a:chExt cx="368487" cy="313747"/>
          </a:xfrm>
        </p:grpSpPr>
        <p:sp>
          <p:nvSpPr>
            <p:cNvPr id="388" name="Google Shape;388;p36"/>
            <p:cNvSpPr/>
            <p:nvPr/>
          </p:nvSpPr>
          <p:spPr>
            <a:xfrm>
              <a:off x="4923750" y="3472141"/>
              <a:ext cx="22101" cy="32643"/>
            </a:xfrm>
            <a:custGeom>
              <a:avLst/>
              <a:gdLst/>
              <a:ahLst/>
              <a:cxnLst/>
              <a:rect l="l" t="t" r="r" b="b"/>
              <a:pathLst>
                <a:path w="629" h="929" extrusionOk="0">
                  <a:moveTo>
                    <a:pt x="1" y="1"/>
                  </a:moveTo>
                  <a:lnTo>
                    <a:pt x="1" y="929"/>
                  </a:lnTo>
                  <a:lnTo>
                    <a:pt x="628" y="929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4815349" y="3363705"/>
              <a:ext cx="325268" cy="43219"/>
            </a:xfrm>
            <a:custGeom>
              <a:avLst/>
              <a:gdLst/>
              <a:ahLst/>
              <a:cxnLst/>
              <a:rect l="l" t="t" r="r" b="b"/>
              <a:pathLst>
                <a:path w="9257" h="1230" extrusionOk="0">
                  <a:moveTo>
                    <a:pt x="0" y="1"/>
                  </a:moveTo>
                  <a:lnTo>
                    <a:pt x="0" y="1229"/>
                  </a:lnTo>
                  <a:lnTo>
                    <a:pt x="9256" y="1229"/>
                  </a:lnTo>
                  <a:lnTo>
                    <a:pt x="92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5054253" y="3472141"/>
              <a:ext cx="22066" cy="32643"/>
            </a:xfrm>
            <a:custGeom>
              <a:avLst/>
              <a:gdLst/>
              <a:ahLst/>
              <a:cxnLst/>
              <a:rect l="l" t="t" r="r" b="b"/>
              <a:pathLst>
                <a:path w="628" h="929" extrusionOk="0">
                  <a:moveTo>
                    <a:pt x="0" y="1"/>
                  </a:moveTo>
                  <a:lnTo>
                    <a:pt x="0" y="929"/>
                  </a:lnTo>
                  <a:lnTo>
                    <a:pt x="628" y="929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4816333" y="3428921"/>
              <a:ext cx="325268" cy="119011"/>
            </a:xfrm>
            <a:custGeom>
              <a:avLst/>
              <a:gdLst/>
              <a:ahLst/>
              <a:cxnLst/>
              <a:rect l="l" t="t" r="r" b="b"/>
              <a:pathLst>
                <a:path w="9257" h="3387" extrusionOk="0">
                  <a:moveTo>
                    <a:pt x="1856" y="602"/>
                  </a:moveTo>
                  <a:lnTo>
                    <a:pt x="1856" y="2759"/>
                  </a:lnTo>
                  <a:lnTo>
                    <a:pt x="1229" y="2759"/>
                  </a:lnTo>
                  <a:lnTo>
                    <a:pt x="1229" y="602"/>
                  </a:lnTo>
                  <a:close/>
                  <a:moveTo>
                    <a:pt x="4315" y="602"/>
                  </a:moveTo>
                  <a:lnTo>
                    <a:pt x="4315" y="2759"/>
                  </a:lnTo>
                  <a:lnTo>
                    <a:pt x="2457" y="2759"/>
                  </a:lnTo>
                  <a:lnTo>
                    <a:pt x="2457" y="602"/>
                  </a:lnTo>
                  <a:close/>
                  <a:moveTo>
                    <a:pt x="5543" y="602"/>
                  </a:moveTo>
                  <a:lnTo>
                    <a:pt x="5543" y="2759"/>
                  </a:lnTo>
                  <a:lnTo>
                    <a:pt x="4914" y="2759"/>
                  </a:lnTo>
                  <a:lnTo>
                    <a:pt x="4914" y="602"/>
                  </a:lnTo>
                  <a:close/>
                  <a:moveTo>
                    <a:pt x="8000" y="602"/>
                  </a:moveTo>
                  <a:lnTo>
                    <a:pt x="8000" y="2759"/>
                  </a:lnTo>
                  <a:lnTo>
                    <a:pt x="6144" y="2759"/>
                  </a:lnTo>
                  <a:lnTo>
                    <a:pt x="6144" y="602"/>
                  </a:lnTo>
                  <a:close/>
                  <a:moveTo>
                    <a:pt x="0" y="1"/>
                  </a:moveTo>
                  <a:lnTo>
                    <a:pt x="0" y="3387"/>
                  </a:lnTo>
                  <a:lnTo>
                    <a:pt x="9256" y="3387"/>
                  </a:lnTo>
                  <a:lnTo>
                    <a:pt x="92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6"/>
            <p:cNvSpPr/>
            <p:nvPr/>
          </p:nvSpPr>
          <p:spPr>
            <a:xfrm>
              <a:off x="4815349" y="3569966"/>
              <a:ext cx="325268" cy="53760"/>
            </a:xfrm>
            <a:custGeom>
              <a:avLst/>
              <a:gdLst/>
              <a:ahLst/>
              <a:cxnLst/>
              <a:rect l="l" t="t" r="r" b="b"/>
              <a:pathLst>
                <a:path w="9257" h="1530" extrusionOk="0">
                  <a:moveTo>
                    <a:pt x="0" y="1"/>
                  </a:moveTo>
                  <a:lnTo>
                    <a:pt x="0" y="928"/>
                  </a:lnTo>
                  <a:lnTo>
                    <a:pt x="2956" y="928"/>
                  </a:lnTo>
                  <a:lnTo>
                    <a:pt x="3574" y="1529"/>
                  </a:lnTo>
                  <a:lnTo>
                    <a:pt x="5679" y="1529"/>
                  </a:lnTo>
                  <a:lnTo>
                    <a:pt x="6295" y="928"/>
                  </a:lnTo>
                  <a:lnTo>
                    <a:pt x="9256" y="928"/>
                  </a:lnTo>
                  <a:lnTo>
                    <a:pt x="92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4794231" y="3623692"/>
              <a:ext cx="368487" cy="53760"/>
            </a:xfrm>
            <a:custGeom>
              <a:avLst/>
              <a:gdLst/>
              <a:ahLst/>
              <a:cxnLst/>
              <a:rect l="l" t="t" r="r" b="b"/>
              <a:pathLst>
                <a:path w="10487" h="1530" extrusionOk="0">
                  <a:moveTo>
                    <a:pt x="0" y="0"/>
                  </a:moveTo>
                  <a:lnTo>
                    <a:pt x="0" y="604"/>
                  </a:lnTo>
                  <a:cubicBezTo>
                    <a:pt x="0" y="1116"/>
                    <a:pt x="415" y="1529"/>
                    <a:pt x="927" y="1529"/>
                  </a:cubicBezTo>
                  <a:lnTo>
                    <a:pt x="9561" y="1529"/>
                  </a:lnTo>
                  <a:cubicBezTo>
                    <a:pt x="10071" y="1529"/>
                    <a:pt x="10486" y="1116"/>
                    <a:pt x="10486" y="604"/>
                  </a:cubicBezTo>
                  <a:lnTo>
                    <a:pt x="10486" y="0"/>
                  </a:lnTo>
                  <a:lnTo>
                    <a:pt x="7094" y="0"/>
                  </a:lnTo>
                  <a:lnTo>
                    <a:pt x="6477" y="629"/>
                  </a:lnTo>
                  <a:lnTo>
                    <a:pt x="4010" y="629"/>
                  </a:lnTo>
                  <a:lnTo>
                    <a:pt x="33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36"/>
          <p:cNvGrpSpPr/>
          <p:nvPr/>
        </p:nvGrpSpPr>
        <p:grpSpPr>
          <a:xfrm>
            <a:off x="5059037" y="1581475"/>
            <a:ext cx="461928" cy="366913"/>
            <a:chOff x="7238791" y="2759364"/>
            <a:chExt cx="368452" cy="292664"/>
          </a:xfrm>
        </p:grpSpPr>
        <p:sp>
          <p:nvSpPr>
            <p:cNvPr id="395" name="Google Shape;395;p36"/>
            <p:cNvSpPr/>
            <p:nvPr/>
          </p:nvSpPr>
          <p:spPr>
            <a:xfrm>
              <a:off x="7301512" y="2759364"/>
              <a:ext cx="67815" cy="65321"/>
            </a:xfrm>
            <a:custGeom>
              <a:avLst/>
              <a:gdLst/>
              <a:ahLst/>
              <a:cxnLst/>
              <a:rect l="l" t="t" r="r" b="b"/>
              <a:pathLst>
                <a:path w="1930" h="1859" extrusionOk="0">
                  <a:moveTo>
                    <a:pt x="796" y="1"/>
                  </a:moveTo>
                  <a:lnTo>
                    <a:pt x="0" y="1858"/>
                  </a:lnTo>
                  <a:lnTo>
                    <a:pt x="1929" y="1858"/>
                  </a:lnTo>
                  <a:lnTo>
                    <a:pt x="19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7390377" y="2759364"/>
              <a:ext cx="137071" cy="65321"/>
            </a:xfrm>
            <a:custGeom>
              <a:avLst/>
              <a:gdLst/>
              <a:ahLst/>
              <a:cxnLst/>
              <a:rect l="l" t="t" r="r" b="b"/>
              <a:pathLst>
                <a:path w="3901" h="1859" extrusionOk="0">
                  <a:moveTo>
                    <a:pt x="1" y="1"/>
                  </a:moveTo>
                  <a:lnTo>
                    <a:pt x="1" y="1858"/>
                  </a:lnTo>
                  <a:lnTo>
                    <a:pt x="3900" y="1858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7476711" y="2986778"/>
              <a:ext cx="22101" cy="43219"/>
            </a:xfrm>
            <a:custGeom>
              <a:avLst/>
              <a:gdLst/>
              <a:ahLst/>
              <a:cxnLst/>
              <a:rect l="l" t="t" r="r" b="b"/>
              <a:pathLst>
                <a:path w="629" h="1230" extrusionOk="0">
                  <a:moveTo>
                    <a:pt x="1" y="1"/>
                  </a:moveTo>
                  <a:lnTo>
                    <a:pt x="1" y="1229"/>
                  </a:lnTo>
                  <a:lnTo>
                    <a:pt x="628" y="1229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7519861" y="2986778"/>
              <a:ext cx="22101" cy="65250"/>
            </a:xfrm>
            <a:custGeom>
              <a:avLst/>
              <a:gdLst/>
              <a:ahLst/>
              <a:cxnLst/>
              <a:rect l="l" t="t" r="r" b="b"/>
              <a:pathLst>
                <a:path w="629" h="1857" extrusionOk="0">
                  <a:moveTo>
                    <a:pt x="1" y="1"/>
                  </a:moveTo>
                  <a:lnTo>
                    <a:pt x="1" y="1857"/>
                  </a:lnTo>
                  <a:lnTo>
                    <a:pt x="629" y="1857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7304007" y="2986778"/>
              <a:ext cx="22137" cy="43219"/>
            </a:xfrm>
            <a:custGeom>
              <a:avLst/>
              <a:gdLst/>
              <a:ahLst/>
              <a:cxnLst/>
              <a:rect l="l" t="t" r="r" b="b"/>
              <a:pathLst>
                <a:path w="630" h="1230" extrusionOk="0">
                  <a:moveTo>
                    <a:pt x="1" y="1"/>
                  </a:moveTo>
                  <a:lnTo>
                    <a:pt x="1" y="1229"/>
                  </a:lnTo>
                  <a:lnTo>
                    <a:pt x="630" y="1229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7347157" y="2986778"/>
              <a:ext cx="22172" cy="65250"/>
            </a:xfrm>
            <a:custGeom>
              <a:avLst/>
              <a:gdLst/>
              <a:ahLst/>
              <a:cxnLst/>
              <a:rect l="l" t="t" r="r" b="b"/>
              <a:pathLst>
                <a:path w="631" h="1857" extrusionOk="0">
                  <a:moveTo>
                    <a:pt x="1" y="1"/>
                  </a:moveTo>
                  <a:lnTo>
                    <a:pt x="1" y="1857"/>
                  </a:lnTo>
                  <a:lnTo>
                    <a:pt x="630" y="1857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7238791" y="2845769"/>
              <a:ext cx="368452" cy="97858"/>
            </a:xfrm>
            <a:custGeom>
              <a:avLst/>
              <a:gdLst/>
              <a:ahLst/>
              <a:cxnLst/>
              <a:rect l="l" t="t" r="r" b="b"/>
              <a:pathLst>
                <a:path w="10486" h="2785" extrusionOk="0">
                  <a:moveTo>
                    <a:pt x="6171" y="928"/>
                  </a:moveTo>
                  <a:lnTo>
                    <a:pt x="6171" y="1556"/>
                  </a:lnTo>
                  <a:lnTo>
                    <a:pt x="5243" y="1556"/>
                  </a:lnTo>
                  <a:lnTo>
                    <a:pt x="5243" y="928"/>
                  </a:lnTo>
                  <a:close/>
                  <a:moveTo>
                    <a:pt x="490" y="0"/>
                  </a:moveTo>
                  <a:lnTo>
                    <a:pt x="1" y="491"/>
                  </a:lnTo>
                  <a:lnTo>
                    <a:pt x="1" y="1984"/>
                  </a:lnTo>
                  <a:lnTo>
                    <a:pt x="798" y="2784"/>
                  </a:lnTo>
                  <a:lnTo>
                    <a:pt x="1265" y="2784"/>
                  </a:lnTo>
                  <a:cubicBezTo>
                    <a:pt x="1407" y="2079"/>
                    <a:pt x="2031" y="1547"/>
                    <a:pt x="2776" y="1547"/>
                  </a:cubicBezTo>
                  <a:cubicBezTo>
                    <a:pt x="3521" y="1547"/>
                    <a:pt x="4144" y="2079"/>
                    <a:pt x="4287" y="2784"/>
                  </a:cubicBezTo>
                  <a:lnTo>
                    <a:pt x="6199" y="2784"/>
                  </a:lnTo>
                  <a:cubicBezTo>
                    <a:pt x="6342" y="2079"/>
                    <a:pt x="6965" y="1547"/>
                    <a:pt x="7710" y="1547"/>
                  </a:cubicBezTo>
                  <a:cubicBezTo>
                    <a:pt x="8454" y="1547"/>
                    <a:pt x="9077" y="2079"/>
                    <a:pt x="9221" y="2784"/>
                  </a:cubicBezTo>
                  <a:lnTo>
                    <a:pt x="9688" y="2784"/>
                  </a:lnTo>
                  <a:lnTo>
                    <a:pt x="10485" y="1984"/>
                  </a:lnTo>
                  <a:lnTo>
                    <a:pt x="10485" y="491"/>
                  </a:lnTo>
                  <a:lnTo>
                    <a:pt x="99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7476711" y="2922300"/>
              <a:ext cx="65321" cy="43430"/>
            </a:xfrm>
            <a:custGeom>
              <a:avLst/>
              <a:gdLst/>
              <a:ahLst/>
              <a:cxnLst/>
              <a:rect l="l" t="t" r="r" b="b"/>
              <a:pathLst>
                <a:path w="1859" h="1236" extrusionOk="0">
                  <a:moveTo>
                    <a:pt x="929" y="1"/>
                  </a:moveTo>
                  <a:cubicBezTo>
                    <a:pt x="417" y="1"/>
                    <a:pt x="1" y="416"/>
                    <a:pt x="1" y="926"/>
                  </a:cubicBezTo>
                  <a:lnTo>
                    <a:pt x="1" y="1235"/>
                  </a:lnTo>
                  <a:lnTo>
                    <a:pt x="1858" y="1235"/>
                  </a:lnTo>
                  <a:lnTo>
                    <a:pt x="1858" y="926"/>
                  </a:lnTo>
                  <a:cubicBezTo>
                    <a:pt x="1857" y="416"/>
                    <a:pt x="1442" y="1"/>
                    <a:pt x="9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7304007" y="2922300"/>
              <a:ext cx="65321" cy="43430"/>
            </a:xfrm>
            <a:custGeom>
              <a:avLst/>
              <a:gdLst/>
              <a:ahLst/>
              <a:cxnLst/>
              <a:rect l="l" t="t" r="r" b="b"/>
              <a:pathLst>
                <a:path w="1859" h="1236" extrusionOk="0">
                  <a:moveTo>
                    <a:pt x="929" y="1"/>
                  </a:moveTo>
                  <a:cubicBezTo>
                    <a:pt x="417" y="1"/>
                    <a:pt x="1" y="416"/>
                    <a:pt x="1" y="926"/>
                  </a:cubicBezTo>
                  <a:lnTo>
                    <a:pt x="1" y="1235"/>
                  </a:lnTo>
                  <a:lnTo>
                    <a:pt x="1858" y="1235"/>
                  </a:lnTo>
                  <a:lnTo>
                    <a:pt x="1858" y="926"/>
                  </a:lnTo>
                  <a:cubicBezTo>
                    <a:pt x="1858" y="416"/>
                    <a:pt x="1442" y="1"/>
                    <a:pt x="9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36"/>
          <p:cNvGrpSpPr/>
          <p:nvPr/>
        </p:nvGrpSpPr>
        <p:grpSpPr>
          <a:xfrm>
            <a:off x="720000" y="3089050"/>
            <a:ext cx="1600800" cy="1600800"/>
            <a:chOff x="720000" y="3089050"/>
            <a:chExt cx="1600800" cy="1600800"/>
          </a:xfrm>
        </p:grpSpPr>
        <p:sp>
          <p:nvSpPr>
            <p:cNvPr id="405" name="Google Shape;405;p36"/>
            <p:cNvSpPr/>
            <p:nvPr/>
          </p:nvSpPr>
          <p:spPr>
            <a:xfrm>
              <a:off x="720000" y="3089050"/>
              <a:ext cx="1600800" cy="16008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endParaRPr>
            </a:p>
          </p:txBody>
        </p:sp>
        <p:sp>
          <p:nvSpPr>
            <p:cNvPr id="406" name="Google Shape;406;p36"/>
            <p:cNvSpPr/>
            <p:nvPr/>
          </p:nvSpPr>
          <p:spPr>
            <a:xfrm rot="5400000">
              <a:off x="823981" y="3192879"/>
              <a:ext cx="1392900" cy="1392900"/>
            </a:xfrm>
            <a:prstGeom prst="blockArc">
              <a:avLst>
                <a:gd name="adj1" fmla="val 7558344"/>
                <a:gd name="adj2" fmla="val 1850511"/>
                <a:gd name="adj3" fmla="val 9051"/>
              </a:avLst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accen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1386833" y="3751320"/>
              <a:ext cx="267300" cy="267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endParaRPr>
            </a:p>
          </p:txBody>
        </p:sp>
        <p:sp>
          <p:nvSpPr>
            <p:cNvPr id="408" name="Google Shape;408;p36"/>
            <p:cNvSpPr/>
            <p:nvPr/>
          </p:nvSpPr>
          <p:spPr>
            <a:xfrm rot="-3600057">
              <a:off x="1109401" y="3473975"/>
              <a:ext cx="822023" cy="822023"/>
            </a:xfrm>
            <a:prstGeom prst="blockArc">
              <a:avLst>
                <a:gd name="adj1" fmla="val 7558344"/>
                <a:gd name="adj2" fmla="val 1861461"/>
                <a:gd name="adj3" fmla="val 12146"/>
              </a:avLst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accen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" name="Google Shape;409;p36"/>
          <p:cNvGrpSpPr/>
          <p:nvPr/>
        </p:nvGrpSpPr>
        <p:grpSpPr>
          <a:xfrm>
            <a:off x="6672250" y="2933623"/>
            <a:ext cx="1902600" cy="1902600"/>
            <a:chOff x="6672250" y="2933623"/>
            <a:chExt cx="1902600" cy="1902600"/>
          </a:xfrm>
        </p:grpSpPr>
        <p:sp>
          <p:nvSpPr>
            <p:cNvPr id="410" name="Google Shape;410;p36"/>
            <p:cNvSpPr/>
            <p:nvPr/>
          </p:nvSpPr>
          <p:spPr>
            <a:xfrm>
              <a:off x="6823200" y="3084575"/>
              <a:ext cx="1600800" cy="16008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endParaRPr>
            </a:p>
          </p:txBody>
        </p:sp>
        <p:sp>
          <p:nvSpPr>
            <p:cNvPr id="411" name="Google Shape;411;p36"/>
            <p:cNvSpPr/>
            <p:nvPr/>
          </p:nvSpPr>
          <p:spPr>
            <a:xfrm rot="-9000337">
              <a:off x="6927131" y="3188504"/>
              <a:ext cx="1392836" cy="1392836"/>
            </a:xfrm>
            <a:prstGeom prst="blockArc">
              <a:avLst>
                <a:gd name="adj1" fmla="val 7558344"/>
                <a:gd name="adj2" fmla="val 1850511"/>
                <a:gd name="adj3" fmla="val 9051"/>
              </a:avLst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accen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7490033" y="3746845"/>
              <a:ext cx="267300" cy="267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endParaRPr>
            </a:p>
          </p:txBody>
        </p:sp>
        <p:sp>
          <p:nvSpPr>
            <p:cNvPr id="413" name="Google Shape;413;p36"/>
            <p:cNvSpPr/>
            <p:nvPr/>
          </p:nvSpPr>
          <p:spPr>
            <a:xfrm rot="1799943">
              <a:off x="7212526" y="3469434"/>
              <a:ext cx="822023" cy="822023"/>
            </a:xfrm>
            <a:prstGeom prst="blockArc">
              <a:avLst>
                <a:gd name="adj1" fmla="val 7558344"/>
                <a:gd name="adj2" fmla="val 1861461"/>
                <a:gd name="adj3" fmla="val 12146"/>
              </a:avLst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accen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4;p34">
            <a:extLst>
              <a:ext uri="{FF2B5EF4-FFF2-40B4-BE49-F238E27FC236}">
                <a16:creationId xmlns:a16="http://schemas.microsoft.com/office/drawing/2014/main" id="{57623C08-9E9B-65F4-ECD7-D05F6EB05B0A}"/>
              </a:ext>
            </a:extLst>
          </p:cNvPr>
          <p:cNvSpPr/>
          <p:nvPr/>
        </p:nvSpPr>
        <p:spPr>
          <a:xfrm rot="5400000">
            <a:off x="4713163" y="1790133"/>
            <a:ext cx="3085342" cy="2661379"/>
          </a:xfrm>
          <a:prstGeom prst="roundRect">
            <a:avLst>
              <a:gd name="adj" fmla="val 11903"/>
            </a:avLst>
          </a:prstGeom>
          <a:solidFill>
            <a:schemeClr val="accent4"/>
          </a:solidFill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2" name="Google Shape;282;p33"/>
          <p:cNvGrpSpPr/>
          <p:nvPr/>
        </p:nvGrpSpPr>
        <p:grpSpPr>
          <a:xfrm flipH="1">
            <a:off x="232954" y="7"/>
            <a:ext cx="1423548" cy="3741186"/>
            <a:chOff x="7350442" y="2608992"/>
            <a:chExt cx="636650" cy="1673160"/>
          </a:xfrm>
        </p:grpSpPr>
        <p:sp>
          <p:nvSpPr>
            <p:cNvPr id="283" name="Google Shape;283;p33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3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3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33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33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3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33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33"/>
          <p:cNvGrpSpPr/>
          <p:nvPr/>
        </p:nvGrpSpPr>
        <p:grpSpPr>
          <a:xfrm>
            <a:off x="7724784" y="77976"/>
            <a:ext cx="1393881" cy="3663217"/>
            <a:chOff x="7350442" y="2608992"/>
            <a:chExt cx="636650" cy="1673160"/>
          </a:xfrm>
        </p:grpSpPr>
        <p:sp>
          <p:nvSpPr>
            <p:cNvPr id="291" name="Google Shape;291;p33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33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3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33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3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33"/>
          <p:cNvSpPr txBox="1">
            <a:spLocks noGrp="1"/>
          </p:cNvSpPr>
          <p:nvPr>
            <p:ph type="subTitle" idx="3"/>
          </p:nvPr>
        </p:nvSpPr>
        <p:spPr>
          <a:xfrm>
            <a:off x="1654151" y="1735112"/>
            <a:ext cx="2786252" cy="261747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Gabriola" panose="04040605051002020D02" pitchFamily="82" charset="0"/>
              </a:rPr>
              <a:t>Developed a “Smart Home Automation System”that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latin typeface="Gabriola" panose="04040605051002020D02" pitchFamily="82" charset="0"/>
              </a:rPr>
              <a:t>A</a:t>
            </a:r>
            <a:r>
              <a:rPr lang="en" sz="2400" dirty="0">
                <a:latin typeface="Gabriola" panose="04040605051002020D02" pitchFamily="82" charset="0"/>
              </a:rPr>
              <a:t>llows users to control appliances remotely using mobile app.	</a:t>
            </a:r>
            <a:endParaRPr sz="2400" dirty="0">
              <a:latin typeface="Gabriola" panose="04040605051002020D02" pitchFamily="82" charset="0"/>
            </a:endParaRPr>
          </a:p>
        </p:txBody>
      </p:sp>
      <p:sp>
        <p:nvSpPr>
          <p:cNvPr id="300" name="Google Shape;300;p33"/>
          <p:cNvSpPr txBox="1">
            <a:spLocks noGrp="1"/>
          </p:cNvSpPr>
          <p:nvPr>
            <p:ph type="subTitle" idx="1"/>
          </p:nvPr>
        </p:nvSpPr>
        <p:spPr>
          <a:xfrm>
            <a:off x="1717503" y="4791136"/>
            <a:ext cx="2386500" cy="34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.</a:t>
            </a:r>
            <a:endParaRPr dirty="0"/>
          </a:p>
        </p:txBody>
      </p:sp>
      <p:sp>
        <p:nvSpPr>
          <p:cNvPr id="301" name="Google Shape;301;p33"/>
          <p:cNvSpPr txBox="1">
            <a:spLocks noGrp="1"/>
          </p:cNvSpPr>
          <p:nvPr>
            <p:ph type="subTitle" idx="2"/>
          </p:nvPr>
        </p:nvSpPr>
        <p:spPr>
          <a:xfrm>
            <a:off x="4970850" y="2952775"/>
            <a:ext cx="2386500" cy="34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303" name="Google Shape;303;p33"/>
          <p:cNvSpPr txBox="1">
            <a:spLocks noGrp="1"/>
          </p:cNvSpPr>
          <p:nvPr>
            <p:ph type="title"/>
          </p:nvPr>
        </p:nvSpPr>
        <p:spPr>
          <a:xfrm>
            <a:off x="707177" y="393907"/>
            <a:ext cx="77085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/>
                </a:solidFill>
              </a:rPr>
              <a:t>SMART HOME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AUTOMATION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             SYSTEM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21" name="Google Shape;321;p33"/>
          <p:cNvCxnSpPr/>
          <p:nvPr/>
        </p:nvCxnSpPr>
        <p:spPr>
          <a:xfrm>
            <a:off x="4585855" y="1578150"/>
            <a:ext cx="0" cy="30297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EAEDEA5A-21A7-1309-5CC0-72FE870A3E6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970855" y="3458824"/>
            <a:ext cx="2386500" cy="1286357"/>
          </a:xfrm>
        </p:spPr>
        <p:txBody>
          <a:bodyPr/>
          <a:lstStyle/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1DCCD-B687-B201-78CE-8A2A323EB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015" y="1714061"/>
            <a:ext cx="2449791" cy="28263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A2C8829C-6131-6EFD-2A51-55D0BA5E2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4;p34">
            <a:extLst>
              <a:ext uri="{FF2B5EF4-FFF2-40B4-BE49-F238E27FC236}">
                <a16:creationId xmlns:a16="http://schemas.microsoft.com/office/drawing/2014/main" id="{0A927ACB-73DB-2C67-A883-22770457039D}"/>
              </a:ext>
            </a:extLst>
          </p:cNvPr>
          <p:cNvSpPr/>
          <p:nvPr/>
        </p:nvSpPr>
        <p:spPr>
          <a:xfrm rot="5400000">
            <a:off x="4713163" y="1790133"/>
            <a:ext cx="3085342" cy="2661379"/>
          </a:xfrm>
          <a:prstGeom prst="roundRect">
            <a:avLst>
              <a:gd name="adj" fmla="val 11903"/>
            </a:avLst>
          </a:prstGeom>
          <a:solidFill>
            <a:schemeClr val="accent4"/>
          </a:solidFill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2" name="Google Shape;282;p33">
            <a:extLst>
              <a:ext uri="{FF2B5EF4-FFF2-40B4-BE49-F238E27FC236}">
                <a16:creationId xmlns:a16="http://schemas.microsoft.com/office/drawing/2014/main" id="{6FA7D726-59AA-9F32-AB0B-F88AC89304CD}"/>
              </a:ext>
            </a:extLst>
          </p:cNvPr>
          <p:cNvGrpSpPr/>
          <p:nvPr/>
        </p:nvGrpSpPr>
        <p:grpSpPr>
          <a:xfrm flipH="1">
            <a:off x="232954" y="7"/>
            <a:ext cx="1423548" cy="3741186"/>
            <a:chOff x="7350442" y="2608992"/>
            <a:chExt cx="636650" cy="1673160"/>
          </a:xfrm>
        </p:grpSpPr>
        <p:sp>
          <p:nvSpPr>
            <p:cNvPr id="283" name="Google Shape;283;p33">
              <a:extLst>
                <a:ext uri="{FF2B5EF4-FFF2-40B4-BE49-F238E27FC236}">
                  <a16:creationId xmlns:a16="http://schemas.microsoft.com/office/drawing/2014/main" id="{290FA230-45D9-D3A1-9203-CE37AB88512F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3">
              <a:extLst>
                <a:ext uri="{FF2B5EF4-FFF2-40B4-BE49-F238E27FC236}">
                  <a16:creationId xmlns:a16="http://schemas.microsoft.com/office/drawing/2014/main" id="{8EE91233-3A71-F15D-6629-6F3BF7A25B89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3">
              <a:extLst>
                <a:ext uri="{FF2B5EF4-FFF2-40B4-BE49-F238E27FC236}">
                  <a16:creationId xmlns:a16="http://schemas.microsoft.com/office/drawing/2014/main" id="{3F7D569C-B503-5267-63CD-C73B716E9499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33">
              <a:extLst>
                <a:ext uri="{FF2B5EF4-FFF2-40B4-BE49-F238E27FC236}">
                  <a16:creationId xmlns:a16="http://schemas.microsoft.com/office/drawing/2014/main" id="{FA68E228-F43D-AB7B-343D-11FA829D86A0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33">
              <a:extLst>
                <a:ext uri="{FF2B5EF4-FFF2-40B4-BE49-F238E27FC236}">
                  <a16:creationId xmlns:a16="http://schemas.microsoft.com/office/drawing/2014/main" id="{04AFBABA-2235-BAC2-7A69-8E94F442CA08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3">
              <a:extLst>
                <a:ext uri="{FF2B5EF4-FFF2-40B4-BE49-F238E27FC236}">
                  <a16:creationId xmlns:a16="http://schemas.microsoft.com/office/drawing/2014/main" id="{6E949DE3-FF6B-C937-9BD1-554EF14BB2F6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33">
              <a:extLst>
                <a:ext uri="{FF2B5EF4-FFF2-40B4-BE49-F238E27FC236}">
                  <a16:creationId xmlns:a16="http://schemas.microsoft.com/office/drawing/2014/main" id="{22CABB42-9B91-0BB0-CF87-1D1F2FC26B5B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33">
            <a:extLst>
              <a:ext uri="{FF2B5EF4-FFF2-40B4-BE49-F238E27FC236}">
                <a16:creationId xmlns:a16="http://schemas.microsoft.com/office/drawing/2014/main" id="{DDC54F07-3CE8-5B18-65F0-E3950639522A}"/>
              </a:ext>
            </a:extLst>
          </p:cNvPr>
          <p:cNvGrpSpPr/>
          <p:nvPr/>
        </p:nvGrpSpPr>
        <p:grpSpPr>
          <a:xfrm>
            <a:off x="7724784" y="77976"/>
            <a:ext cx="1393881" cy="3663217"/>
            <a:chOff x="7350442" y="2608992"/>
            <a:chExt cx="636650" cy="1673160"/>
          </a:xfrm>
        </p:grpSpPr>
        <p:sp>
          <p:nvSpPr>
            <p:cNvPr id="291" name="Google Shape;291;p33">
              <a:extLst>
                <a:ext uri="{FF2B5EF4-FFF2-40B4-BE49-F238E27FC236}">
                  <a16:creationId xmlns:a16="http://schemas.microsoft.com/office/drawing/2014/main" id="{4AB7C88A-BB60-3DCC-7385-0133F525DA3B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33">
              <a:extLst>
                <a:ext uri="{FF2B5EF4-FFF2-40B4-BE49-F238E27FC236}">
                  <a16:creationId xmlns:a16="http://schemas.microsoft.com/office/drawing/2014/main" id="{BB229BBB-A12D-C9BB-A320-DB33BB5B1D49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3">
              <a:extLst>
                <a:ext uri="{FF2B5EF4-FFF2-40B4-BE49-F238E27FC236}">
                  <a16:creationId xmlns:a16="http://schemas.microsoft.com/office/drawing/2014/main" id="{E1583336-2327-8E40-20E0-DD37BA35BA75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33">
              <a:extLst>
                <a:ext uri="{FF2B5EF4-FFF2-40B4-BE49-F238E27FC236}">
                  <a16:creationId xmlns:a16="http://schemas.microsoft.com/office/drawing/2014/main" id="{76F042C9-17BB-FC50-91A9-53B84812DE1E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3">
              <a:extLst>
                <a:ext uri="{FF2B5EF4-FFF2-40B4-BE49-F238E27FC236}">
                  <a16:creationId xmlns:a16="http://schemas.microsoft.com/office/drawing/2014/main" id="{D0529AFD-C30F-892F-F79E-DA5981D4AD87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2166A44B-EFC9-31A5-F2D6-B91A9CC64488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B13FDFB8-229E-8E38-611A-B4B4631C305C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33">
            <a:extLst>
              <a:ext uri="{FF2B5EF4-FFF2-40B4-BE49-F238E27FC236}">
                <a16:creationId xmlns:a16="http://schemas.microsoft.com/office/drawing/2014/main" id="{174CEF62-C399-4B7C-CFB8-DA3A6ABEBBC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94714" y="1578149"/>
            <a:ext cx="2917204" cy="27721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Gabriola" panose="04040605051002020D02" pitchFamily="82" charset="0"/>
              </a:rPr>
              <a:t>Designed and implemented a temperature monitoring system that collects data from sensors and displays it in real-time,enhancing </a:t>
            </a:r>
            <a:r>
              <a:rPr lang="en-IN" sz="2400" dirty="0">
                <a:latin typeface="Gabriola" panose="04040605051002020D02" pitchFamily="82" charset="0"/>
              </a:rPr>
              <a:t>environmental control.</a:t>
            </a:r>
            <a:r>
              <a:rPr lang="en" sz="2400" dirty="0">
                <a:latin typeface="Gabriola" panose="04040605051002020D02" pitchFamily="82" charset="0"/>
              </a:rPr>
              <a:t>	</a:t>
            </a:r>
            <a:endParaRPr sz="2400" dirty="0">
              <a:latin typeface="Gabriola" panose="04040605051002020D02" pitchFamily="82" charset="0"/>
            </a:endParaRPr>
          </a:p>
        </p:txBody>
      </p:sp>
      <p:sp>
        <p:nvSpPr>
          <p:cNvPr id="300" name="Google Shape;300;p33">
            <a:extLst>
              <a:ext uri="{FF2B5EF4-FFF2-40B4-BE49-F238E27FC236}">
                <a16:creationId xmlns:a16="http://schemas.microsoft.com/office/drawing/2014/main" id="{DF317BA8-C6C5-4057-1FDE-3C711C3784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56502" y="4794600"/>
            <a:ext cx="2386500" cy="34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.</a:t>
            </a:r>
            <a:endParaRPr dirty="0"/>
          </a:p>
        </p:txBody>
      </p:sp>
      <p:sp>
        <p:nvSpPr>
          <p:cNvPr id="301" name="Google Shape;301;p33">
            <a:extLst>
              <a:ext uri="{FF2B5EF4-FFF2-40B4-BE49-F238E27FC236}">
                <a16:creationId xmlns:a16="http://schemas.microsoft.com/office/drawing/2014/main" id="{D3F0B166-3ED0-63DB-2EFB-B2F9407EC5C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506323" y="4755828"/>
            <a:ext cx="2386500" cy="34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.</a:t>
            </a:r>
            <a:endParaRPr b="1" dirty="0"/>
          </a:p>
        </p:txBody>
      </p:sp>
      <p:sp>
        <p:nvSpPr>
          <p:cNvPr id="303" name="Google Shape;303;p33">
            <a:extLst>
              <a:ext uri="{FF2B5EF4-FFF2-40B4-BE49-F238E27FC236}">
                <a16:creationId xmlns:a16="http://schemas.microsoft.com/office/drawing/2014/main" id="{D7C7B599-B7BE-27B1-19AF-6CB0EA910C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177" y="393907"/>
            <a:ext cx="77085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/>
                </a:solidFill>
              </a:rPr>
              <a:t>TEMPERATURE</a:t>
            </a: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MONITORING 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               SYSTEM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21" name="Google Shape;321;p33">
            <a:extLst>
              <a:ext uri="{FF2B5EF4-FFF2-40B4-BE49-F238E27FC236}">
                <a16:creationId xmlns:a16="http://schemas.microsoft.com/office/drawing/2014/main" id="{F9F970CD-E2EE-E4D9-C2A0-348B4EF9EAD9}"/>
              </a:ext>
            </a:extLst>
          </p:cNvPr>
          <p:cNvCxnSpPr/>
          <p:nvPr/>
        </p:nvCxnSpPr>
        <p:spPr>
          <a:xfrm>
            <a:off x="4585855" y="1578150"/>
            <a:ext cx="0" cy="30297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68DA0F09-8359-F331-5A8E-1D0DF1C397B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361255" y="4879710"/>
            <a:ext cx="2386500" cy="263790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5AFA3-E2E5-103A-107F-377DF51FD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648" y="1656631"/>
            <a:ext cx="2475150" cy="29283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357279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7BA5F119-A86E-5136-C6A2-F2792164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4;p34">
            <a:extLst>
              <a:ext uri="{FF2B5EF4-FFF2-40B4-BE49-F238E27FC236}">
                <a16:creationId xmlns:a16="http://schemas.microsoft.com/office/drawing/2014/main" id="{9BC13D7F-B55C-F469-70FE-021DEA0D622C}"/>
              </a:ext>
            </a:extLst>
          </p:cNvPr>
          <p:cNvSpPr/>
          <p:nvPr/>
        </p:nvSpPr>
        <p:spPr>
          <a:xfrm rot="5400000">
            <a:off x="4713163" y="1790133"/>
            <a:ext cx="3085342" cy="2661379"/>
          </a:xfrm>
          <a:prstGeom prst="roundRect">
            <a:avLst>
              <a:gd name="adj" fmla="val 11903"/>
            </a:avLst>
          </a:prstGeom>
          <a:solidFill>
            <a:schemeClr val="accent4"/>
          </a:solidFill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2" name="Google Shape;282;p33">
            <a:extLst>
              <a:ext uri="{FF2B5EF4-FFF2-40B4-BE49-F238E27FC236}">
                <a16:creationId xmlns:a16="http://schemas.microsoft.com/office/drawing/2014/main" id="{8F77610E-8D48-69B5-32BA-3DCD5C43EE25}"/>
              </a:ext>
            </a:extLst>
          </p:cNvPr>
          <p:cNvGrpSpPr/>
          <p:nvPr/>
        </p:nvGrpSpPr>
        <p:grpSpPr>
          <a:xfrm flipH="1">
            <a:off x="232954" y="7"/>
            <a:ext cx="1423548" cy="3741186"/>
            <a:chOff x="7350442" y="2608992"/>
            <a:chExt cx="636650" cy="1673160"/>
          </a:xfrm>
        </p:grpSpPr>
        <p:sp>
          <p:nvSpPr>
            <p:cNvPr id="283" name="Google Shape;283;p33">
              <a:extLst>
                <a:ext uri="{FF2B5EF4-FFF2-40B4-BE49-F238E27FC236}">
                  <a16:creationId xmlns:a16="http://schemas.microsoft.com/office/drawing/2014/main" id="{B688F671-2472-1CE8-6518-63C159FFC987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3">
              <a:extLst>
                <a:ext uri="{FF2B5EF4-FFF2-40B4-BE49-F238E27FC236}">
                  <a16:creationId xmlns:a16="http://schemas.microsoft.com/office/drawing/2014/main" id="{CC5C0262-A9A4-6E8B-F000-AFFBE61BB6F9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3">
              <a:extLst>
                <a:ext uri="{FF2B5EF4-FFF2-40B4-BE49-F238E27FC236}">
                  <a16:creationId xmlns:a16="http://schemas.microsoft.com/office/drawing/2014/main" id="{17AAE9FB-3592-D318-ACEA-66838B8A70EB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33">
              <a:extLst>
                <a:ext uri="{FF2B5EF4-FFF2-40B4-BE49-F238E27FC236}">
                  <a16:creationId xmlns:a16="http://schemas.microsoft.com/office/drawing/2014/main" id="{63F57E9E-75F7-7B49-D107-7C64BBF19B68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33">
              <a:extLst>
                <a:ext uri="{FF2B5EF4-FFF2-40B4-BE49-F238E27FC236}">
                  <a16:creationId xmlns:a16="http://schemas.microsoft.com/office/drawing/2014/main" id="{E9CB6931-539C-AE76-91E6-8733C06B29CA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3">
              <a:extLst>
                <a:ext uri="{FF2B5EF4-FFF2-40B4-BE49-F238E27FC236}">
                  <a16:creationId xmlns:a16="http://schemas.microsoft.com/office/drawing/2014/main" id="{04848FC6-DB24-9A1B-1409-AF570440AB1B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33">
              <a:extLst>
                <a:ext uri="{FF2B5EF4-FFF2-40B4-BE49-F238E27FC236}">
                  <a16:creationId xmlns:a16="http://schemas.microsoft.com/office/drawing/2014/main" id="{FE0C2F6F-AEFC-6041-C554-1D6DF819AE9C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33">
            <a:extLst>
              <a:ext uri="{FF2B5EF4-FFF2-40B4-BE49-F238E27FC236}">
                <a16:creationId xmlns:a16="http://schemas.microsoft.com/office/drawing/2014/main" id="{FDD7427B-6F54-C99B-A541-4BA85478C6C9}"/>
              </a:ext>
            </a:extLst>
          </p:cNvPr>
          <p:cNvGrpSpPr/>
          <p:nvPr/>
        </p:nvGrpSpPr>
        <p:grpSpPr>
          <a:xfrm>
            <a:off x="7724784" y="77976"/>
            <a:ext cx="1393881" cy="3663217"/>
            <a:chOff x="7350442" y="2608992"/>
            <a:chExt cx="636650" cy="1673160"/>
          </a:xfrm>
        </p:grpSpPr>
        <p:sp>
          <p:nvSpPr>
            <p:cNvPr id="291" name="Google Shape;291;p33">
              <a:extLst>
                <a:ext uri="{FF2B5EF4-FFF2-40B4-BE49-F238E27FC236}">
                  <a16:creationId xmlns:a16="http://schemas.microsoft.com/office/drawing/2014/main" id="{CC9033F9-0336-A7C6-C53E-97301D71B152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33">
              <a:extLst>
                <a:ext uri="{FF2B5EF4-FFF2-40B4-BE49-F238E27FC236}">
                  <a16:creationId xmlns:a16="http://schemas.microsoft.com/office/drawing/2014/main" id="{1AE86E99-A7BB-072A-84E4-AA44E1FD1F6E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3">
              <a:extLst>
                <a:ext uri="{FF2B5EF4-FFF2-40B4-BE49-F238E27FC236}">
                  <a16:creationId xmlns:a16="http://schemas.microsoft.com/office/drawing/2014/main" id="{1482165B-4F9A-D788-835A-7D250D192C45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33">
              <a:extLst>
                <a:ext uri="{FF2B5EF4-FFF2-40B4-BE49-F238E27FC236}">
                  <a16:creationId xmlns:a16="http://schemas.microsoft.com/office/drawing/2014/main" id="{9F60B048-A397-C7C0-9802-4896DA7D9328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3">
              <a:extLst>
                <a:ext uri="{FF2B5EF4-FFF2-40B4-BE49-F238E27FC236}">
                  <a16:creationId xmlns:a16="http://schemas.microsoft.com/office/drawing/2014/main" id="{836FF948-1BF5-6382-8986-4AA5086D4783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3">
              <a:extLst>
                <a:ext uri="{FF2B5EF4-FFF2-40B4-BE49-F238E27FC236}">
                  <a16:creationId xmlns:a16="http://schemas.microsoft.com/office/drawing/2014/main" id="{852BCAFD-F2B1-4391-B772-F5B5E358DE7D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3">
              <a:extLst>
                <a:ext uri="{FF2B5EF4-FFF2-40B4-BE49-F238E27FC236}">
                  <a16:creationId xmlns:a16="http://schemas.microsoft.com/office/drawing/2014/main" id="{F7ADB1AC-5604-7983-CB97-11A3C1438049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33">
            <a:extLst>
              <a:ext uri="{FF2B5EF4-FFF2-40B4-BE49-F238E27FC236}">
                <a16:creationId xmlns:a16="http://schemas.microsoft.com/office/drawing/2014/main" id="{16F4ABF7-1A1C-CC6E-86BF-7C8BFB5FD60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599521" y="1578150"/>
            <a:ext cx="2917204" cy="317144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latin typeface="Gabriola" panose="04040605051002020D02" pitchFamily="82" charset="0"/>
              </a:rPr>
              <a:t>Created a Robotic Arm controlled via a joystick that demonstrates the principles of robotics and embedded programming , showcasing my skills in hardware integration.</a:t>
            </a:r>
            <a:endParaRPr sz="2800" dirty="0">
              <a:latin typeface="Gabriola" panose="04040605051002020D02" pitchFamily="82" charset="0"/>
            </a:endParaRPr>
          </a:p>
        </p:txBody>
      </p:sp>
      <p:sp>
        <p:nvSpPr>
          <p:cNvPr id="300" name="Google Shape;300;p33">
            <a:extLst>
              <a:ext uri="{FF2B5EF4-FFF2-40B4-BE49-F238E27FC236}">
                <a16:creationId xmlns:a16="http://schemas.microsoft.com/office/drawing/2014/main" id="{97309B7B-2987-0CF9-AFD4-D6FFE679A3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56502" y="4889811"/>
            <a:ext cx="2386500" cy="34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.</a:t>
            </a:r>
            <a:endParaRPr dirty="0"/>
          </a:p>
        </p:txBody>
      </p:sp>
      <p:sp>
        <p:nvSpPr>
          <p:cNvPr id="301" name="Google Shape;301;p33">
            <a:extLst>
              <a:ext uri="{FF2B5EF4-FFF2-40B4-BE49-F238E27FC236}">
                <a16:creationId xmlns:a16="http://schemas.microsoft.com/office/drawing/2014/main" id="{E9F61907-6A7B-055D-D6D2-196F0EAE6BD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714540" y="4794600"/>
            <a:ext cx="2386500" cy="34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.</a:t>
            </a:r>
            <a:endParaRPr b="1" dirty="0"/>
          </a:p>
        </p:txBody>
      </p:sp>
      <p:sp>
        <p:nvSpPr>
          <p:cNvPr id="303" name="Google Shape;303;p33">
            <a:extLst>
              <a:ext uri="{FF2B5EF4-FFF2-40B4-BE49-F238E27FC236}">
                <a16:creationId xmlns:a16="http://schemas.microsoft.com/office/drawing/2014/main" id="{87DAA697-AF47-AF9F-BD86-AD4965BB29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177" y="393907"/>
            <a:ext cx="77085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1"/>
                </a:solidFill>
              </a:rPr>
              <a:t>ROBOTIC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ARM PROJECT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21" name="Google Shape;321;p33">
            <a:extLst>
              <a:ext uri="{FF2B5EF4-FFF2-40B4-BE49-F238E27FC236}">
                <a16:creationId xmlns:a16="http://schemas.microsoft.com/office/drawing/2014/main" id="{BB334309-EACF-E380-5A36-49895CAE54C0}"/>
              </a:ext>
            </a:extLst>
          </p:cNvPr>
          <p:cNvCxnSpPr/>
          <p:nvPr/>
        </p:nvCxnSpPr>
        <p:spPr>
          <a:xfrm>
            <a:off x="4585855" y="1578150"/>
            <a:ext cx="0" cy="30297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F668E26-089C-22FE-AEFD-9E4C58F0C5F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897571" y="4663494"/>
            <a:ext cx="2386500" cy="1286357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624575-EC2F-3C52-B4E6-1A2422DCF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505" y="1664359"/>
            <a:ext cx="2412563" cy="28849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387105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1">
          <a:extLst>
            <a:ext uri="{FF2B5EF4-FFF2-40B4-BE49-F238E27FC236}">
              <a16:creationId xmlns:a16="http://schemas.microsoft.com/office/drawing/2014/main" id="{C4F41777-E3A8-A405-4474-1E26288F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46">
            <a:extLst>
              <a:ext uri="{FF2B5EF4-FFF2-40B4-BE49-F238E27FC236}">
                <a16:creationId xmlns:a16="http://schemas.microsoft.com/office/drawing/2014/main" id="{AAD2BA6A-52F2-B952-A387-9A7E969D47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1944" y="-239646"/>
            <a:ext cx="5246498" cy="141458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chemeClr val="tx1"/>
                </a:solidFill>
              </a:rPr>
              <a:t>CHALLENGES</a:t>
            </a:r>
            <a:r>
              <a:rPr lang="en-IN" sz="4400" dirty="0">
                <a:solidFill>
                  <a:schemeClr val="accent1">
                    <a:lumMod val="75000"/>
                  </a:schemeClr>
                </a:solidFill>
              </a:rPr>
              <a:t> FACED</a:t>
            </a:r>
            <a:endParaRPr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83" name="Google Shape;2283;p46">
            <a:extLst>
              <a:ext uri="{FF2B5EF4-FFF2-40B4-BE49-F238E27FC236}">
                <a16:creationId xmlns:a16="http://schemas.microsoft.com/office/drawing/2014/main" id="{662EC99E-23C7-56D1-F2FC-08ACC349DE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5559" y="904718"/>
            <a:ext cx="5403273" cy="235385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l"/>
            <a:r>
              <a:rPr lang="en-US" sz="2800" dirty="0">
                <a:latin typeface="Gabriola" panose="04040605051002020D02" pitchFamily="82" charset="0"/>
              </a:rPr>
              <a:t>• Understanding low-level hardware interactions</a:t>
            </a:r>
          </a:p>
          <a:p>
            <a:pPr algn="l"/>
            <a:r>
              <a:rPr lang="en-US" sz="2800" dirty="0">
                <a:latin typeface="Gabriola" panose="04040605051002020D02" pitchFamily="82" charset="0"/>
              </a:rPr>
              <a:t>• Debugging embedded C code</a:t>
            </a:r>
          </a:p>
          <a:p>
            <a:pPr algn="l"/>
            <a:r>
              <a:rPr lang="en-US" sz="2800" dirty="0">
                <a:latin typeface="Gabriola" panose="04040605051002020D02" pitchFamily="82" charset="0"/>
              </a:rPr>
              <a:t>• Managing time to complete tasks under tight deadlines</a:t>
            </a:r>
          </a:p>
        </p:txBody>
      </p:sp>
      <p:cxnSp>
        <p:nvCxnSpPr>
          <p:cNvPr id="2284" name="Google Shape;2284;p46">
            <a:extLst>
              <a:ext uri="{FF2B5EF4-FFF2-40B4-BE49-F238E27FC236}">
                <a16:creationId xmlns:a16="http://schemas.microsoft.com/office/drawing/2014/main" id="{46A2810C-4BEB-72D4-4D17-7D46AFD24812}"/>
              </a:ext>
            </a:extLst>
          </p:cNvPr>
          <p:cNvCxnSpPr>
            <a:cxnSpLocks/>
          </p:cNvCxnSpPr>
          <p:nvPr/>
        </p:nvCxnSpPr>
        <p:spPr>
          <a:xfrm flipV="1">
            <a:off x="355559" y="1087582"/>
            <a:ext cx="0" cy="198812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grpSp>
        <p:nvGrpSpPr>
          <p:cNvPr id="4" name="Google Shape;2719;p50">
            <a:extLst>
              <a:ext uri="{FF2B5EF4-FFF2-40B4-BE49-F238E27FC236}">
                <a16:creationId xmlns:a16="http://schemas.microsoft.com/office/drawing/2014/main" id="{1CCDDB3F-DD73-63E4-44BC-422B288B1AC4}"/>
              </a:ext>
            </a:extLst>
          </p:cNvPr>
          <p:cNvGrpSpPr/>
          <p:nvPr/>
        </p:nvGrpSpPr>
        <p:grpSpPr>
          <a:xfrm>
            <a:off x="4778579" y="467645"/>
            <a:ext cx="465366" cy="368455"/>
            <a:chOff x="3164525" y="1522116"/>
            <a:chExt cx="368492" cy="368455"/>
          </a:xfrm>
          <a:solidFill>
            <a:schemeClr val="accent1"/>
          </a:solidFill>
        </p:grpSpPr>
        <p:sp>
          <p:nvSpPr>
            <p:cNvPr id="5" name="Google Shape;2720;p50">
              <a:extLst>
                <a:ext uri="{FF2B5EF4-FFF2-40B4-BE49-F238E27FC236}">
                  <a16:creationId xmlns:a16="http://schemas.microsoft.com/office/drawing/2014/main" id="{F2D34AF8-C9A0-5EA6-C6C1-53FD89F1D9A0}"/>
                </a:ext>
              </a:extLst>
            </p:cNvPr>
            <p:cNvSpPr/>
            <p:nvPr/>
          </p:nvSpPr>
          <p:spPr>
            <a:xfrm>
              <a:off x="3290706" y="1587191"/>
              <a:ext cx="116165" cy="43395"/>
            </a:xfrm>
            <a:custGeom>
              <a:avLst/>
              <a:gdLst/>
              <a:ahLst/>
              <a:cxnLst/>
              <a:rect l="l" t="t" r="r" b="b"/>
              <a:pathLst>
                <a:path w="3306" h="1235" extrusionOk="0">
                  <a:moveTo>
                    <a:pt x="1653" y="1"/>
                  </a:moveTo>
                  <a:cubicBezTo>
                    <a:pt x="1062" y="1"/>
                    <a:pt x="471" y="212"/>
                    <a:pt x="1" y="637"/>
                  </a:cubicBezTo>
                  <a:lnTo>
                    <a:pt x="600" y="1235"/>
                  </a:lnTo>
                  <a:lnTo>
                    <a:pt x="2705" y="1235"/>
                  </a:lnTo>
                  <a:lnTo>
                    <a:pt x="3305" y="638"/>
                  </a:lnTo>
                  <a:cubicBezTo>
                    <a:pt x="2836" y="213"/>
                    <a:pt x="2244" y="1"/>
                    <a:pt x="16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721;p50">
              <a:extLst>
                <a:ext uri="{FF2B5EF4-FFF2-40B4-BE49-F238E27FC236}">
                  <a16:creationId xmlns:a16="http://schemas.microsoft.com/office/drawing/2014/main" id="{A78D849D-5B48-C83A-EFC7-E54C3F5BE467}"/>
                </a:ext>
              </a:extLst>
            </p:cNvPr>
            <p:cNvSpPr/>
            <p:nvPr/>
          </p:nvSpPr>
          <p:spPr>
            <a:xfrm>
              <a:off x="3243726" y="1522116"/>
              <a:ext cx="210052" cy="72945"/>
            </a:xfrm>
            <a:custGeom>
              <a:avLst/>
              <a:gdLst/>
              <a:ahLst/>
              <a:cxnLst/>
              <a:rect l="l" t="t" r="r" b="b"/>
              <a:pathLst>
                <a:path w="5978" h="2076" extrusionOk="0">
                  <a:moveTo>
                    <a:pt x="2990" y="1"/>
                  </a:moveTo>
                  <a:cubicBezTo>
                    <a:pt x="1913" y="1"/>
                    <a:pt x="837" y="401"/>
                    <a:pt x="1" y="1202"/>
                  </a:cubicBezTo>
                  <a:lnTo>
                    <a:pt x="874" y="2075"/>
                  </a:lnTo>
                  <a:cubicBezTo>
                    <a:pt x="1467" y="1515"/>
                    <a:pt x="2228" y="1234"/>
                    <a:pt x="2989" y="1234"/>
                  </a:cubicBezTo>
                  <a:cubicBezTo>
                    <a:pt x="3750" y="1234"/>
                    <a:pt x="4510" y="1514"/>
                    <a:pt x="5105" y="2075"/>
                  </a:cubicBezTo>
                  <a:lnTo>
                    <a:pt x="5978" y="1202"/>
                  </a:lnTo>
                  <a:cubicBezTo>
                    <a:pt x="5143" y="401"/>
                    <a:pt x="4067" y="1"/>
                    <a:pt x="29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722;p50">
              <a:extLst>
                <a:ext uri="{FF2B5EF4-FFF2-40B4-BE49-F238E27FC236}">
                  <a16:creationId xmlns:a16="http://schemas.microsoft.com/office/drawing/2014/main" id="{ED1388E1-FEE4-975A-38D9-08265DC4CEB3}"/>
                </a:ext>
              </a:extLst>
            </p:cNvPr>
            <p:cNvSpPr/>
            <p:nvPr/>
          </p:nvSpPr>
          <p:spPr>
            <a:xfrm>
              <a:off x="3164525" y="1684278"/>
              <a:ext cx="231310" cy="206292"/>
            </a:xfrm>
            <a:custGeom>
              <a:avLst/>
              <a:gdLst/>
              <a:ahLst/>
              <a:cxnLst/>
              <a:rect l="l" t="t" r="r" b="b"/>
              <a:pathLst>
                <a:path w="6583" h="5871" extrusionOk="0">
                  <a:moveTo>
                    <a:pt x="1599" y="0"/>
                  </a:moveTo>
                  <a:cubicBezTo>
                    <a:pt x="1134" y="0"/>
                    <a:pt x="830" y="54"/>
                    <a:pt x="470" y="159"/>
                  </a:cubicBezTo>
                  <a:cubicBezTo>
                    <a:pt x="191" y="241"/>
                    <a:pt x="0" y="497"/>
                    <a:pt x="0" y="786"/>
                  </a:cubicBezTo>
                  <a:lnTo>
                    <a:pt x="0" y="2157"/>
                  </a:lnTo>
                  <a:lnTo>
                    <a:pt x="930" y="2157"/>
                  </a:lnTo>
                  <a:lnTo>
                    <a:pt x="930" y="2786"/>
                  </a:lnTo>
                  <a:lnTo>
                    <a:pt x="0" y="2786"/>
                  </a:lnTo>
                  <a:lnTo>
                    <a:pt x="0" y="3699"/>
                  </a:lnTo>
                  <a:cubicBezTo>
                    <a:pt x="0" y="3882"/>
                    <a:pt x="119" y="4044"/>
                    <a:pt x="295" y="4100"/>
                  </a:cubicBezTo>
                  <a:cubicBezTo>
                    <a:pt x="627" y="4207"/>
                    <a:pt x="891" y="4274"/>
                    <a:pt x="1230" y="4301"/>
                  </a:cubicBezTo>
                  <a:lnTo>
                    <a:pt x="1230" y="5074"/>
                  </a:lnTo>
                  <a:cubicBezTo>
                    <a:pt x="1230" y="5515"/>
                    <a:pt x="1586" y="5870"/>
                    <a:pt x="2026" y="5870"/>
                  </a:cubicBezTo>
                  <a:lnTo>
                    <a:pt x="5683" y="5870"/>
                  </a:lnTo>
                  <a:cubicBezTo>
                    <a:pt x="5838" y="5870"/>
                    <a:pt x="5985" y="5802"/>
                    <a:pt x="6080" y="5678"/>
                  </a:cubicBezTo>
                  <a:cubicBezTo>
                    <a:pt x="6583" y="5033"/>
                    <a:pt x="6139" y="4315"/>
                    <a:pt x="5530" y="4315"/>
                  </a:cubicBezTo>
                  <a:lnTo>
                    <a:pt x="4936" y="4315"/>
                  </a:lnTo>
                  <a:cubicBezTo>
                    <a:pt x="4447" y="4315"/>
                    <a:pt x="4081" y="4762"/>
                    <a:pt x="4178" y="5242"/>
                  </a:cubicBezTo>
                  <a:lnTo>
                    <a:pt x="2475" y="5242"/>
                  </a:lnTo>
                  <a:cubicBezTo>
                    <a:pt x="2135" y="5242"/>
                    <a:pt x="1858" y="4966"/>
                    <a:pt x="1858" y="4625"/>
                  </a:cubicBezTo>
                  <a:lnTo>
                    <a:pt x="18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723;p50">
              <a:extLst>
                <a:ext uri="{FF2B5EF4-FFF2-40B4-BE49-F238E27FC236}">
                  <a16:creationId xmlns:a16="http://schemas.microsoft.com/office/drawing/2014/main" id="{699BD8A8-B81F-5A44-A799-842224B5D9E1}"/>
                </a:ext>
              </a:extLst>
            </p:cNvPr>
            <p:cNvSpPr/>
            <p:nvPr/>
          </p:nvSpPr>
          <p:spPr>
            <a:xfrm>
              <a:off x="3250894" y="1685156"/>
              <a:ext cx="22101" cy="150740"/>
            </a:xfrm>
            <a:custGeom>
              <a:avLst/>
              <a:gdLst/>
              <a:ahLst/>
              <a:cxnLst/>
              <a:rect l="l" t="t" r="r" b="b"/>
              <a:pathLst>
                <a:path w="629" h="4290" extrusionOk="0">
                  <a:moveTo>
                    <a:pt x="1" y="1"/>
                  </a:moveTo>
                  <a:lnTo>
                    <a:pt x="1" y="4290"/>
                  </a:lnTo>
                  <a:cubicBezTo>
                    <a:pt x="367" y="4160"/>
                    <a:pt x="628" y="3811"/>
                    <a:pt x="628" y="3400"/>
                  </a:cubicBezTo>
                  <a:lnTo>
                    <a:pt x="628" y="888"/>
                  </a:lnTo>
                  <a:cubicBezTo>
                    <a:pt x="628" y="479"/>
                    <a:pt x="367" y="13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724;p50">
              <a:extLst>
                <a:ext uri="{FF2B5EF4-FFF2-40B4-BE49-F238E27FC236}">
                  <a16:creationId xmlns:a16="http://schemas.microsoft.com/office/drawing/2014/main" id="{037E79E3-D74B-B3E3-18A4-D795FF0AB073}"/>
                </a:ext>
              </a:extLst>
            </p:cNvPr>
            <p:cNvSpPr/>
            <p:nvPr/>
          </p:nvSpPr>
          <p:spPr>
            <a:xfrm>
              <a:off x="3467696" y="1684278"/>
              <a:ext cx="65321" cy="151618"/>
            </a:xfrm>
            <a:custGeom>
              <a:avLst/>
              <a:gdLst/>
              <a:ahLst/>
              <a:cxnLst/>
              <a:rect l="l" t="t" r="r" b="b"/>
              <a:pathLst>
                <a:path w="1859" h="4315" extrusionOk="0">
                  <a:moveTo>
                    <a:pt x="1" y="0"/>
                  </a:moveTo>
                  <a:lnTo>
                    <a:pt x="1" y="4315"/>
                  </a:lnTo>
                  <a:lnTo>
                    <a:pt x="261" y="4315"/>
                  </a:lnTo>
                  <a:cubicBezTo>
                    <a:pt x="725" y="4315"/>
                    <a:pt x="1029" y="4261"/>
                    <a:pt x="1388" y="4155"/>
                  </a:cubicBezTo>
                  <a:cubicBezTo>
                    <a:pt x="1668" y="4074"/>
                    <a:pt x="1858" y="3818"/>
                    <a:pt x="1858" y="3529"/>
                  </a:cubicBezTo>
                  <a:lnTo>
                    <a:pt x="1858" y="2786"/>
                  </a:lnTo>
                  <a:lnTo>
                    <a:pt x="930" y="2786"/>
                  </a:lnTo>
                  <a:lnTo>
                    <a:pt x="930" y="2157"/>
                  </a:lnTo>
                  <a:lnTo>
                    <a:pt x="1858" y="2157"/>
                  </a:lnTo>
                  <a:lnTo>
                    <a:pt x="1858" y="786"/>
                  </a:lnTo>
                  <a:cubicBezTo>
                    <a:pt x="1858" y="496"/>
                    <a:pt x="1668" y="240"/>
                    <a:pt x="1388" y="159"/>
                  </a:cubicBezTo>
                  <a:cubicBezTo>
                    <a:pt x="1029" y="54"/>
                    <a:pt x="725" y="0"/>
                    <a:pt x="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725;p50">
              <a:extLst>
                <a:ext uri="{FF2B5EF4-FFF2-40B4-BE49-F238E27FC236}">
                  <a16:creationId xmlns:a16="http://schemas.microsoft.com/office/drawing/2014/main" id="{1AA0D4EA-D6BF-80FA-4901-EDD0D9478B2E}"/>
                </a:ext>
              </a:extLst>
            </p:cNvPr>
            <p:cNvSpPr/>
            <p:nvPr/>
          </p:nvSpPr>
          <p:spPr>
            <a:xfrm>
              <a:off x="3424547" y="1685156"/>
              <a:ext cx="22101" cy="150740"/>
            </a:xfrm>
            <a:custGeom>
              <a:avLst/>
              <a:gdLst/>
              <a:ahLst/>
              <a:cxnLst/>
              <a:rect l="l" t="t" r="r" b="b"/>
              <a:pathLst>
                <a:path w="629" h="4290" extrusionOk="0">
                  <a:moveTo>
                    <a:pt x="628" y="1"/>
                  </a:moveTo>
                  <a:cubicBezTo>
                    <a:pt x="262" y="130"/>
                    <a:pt x="1" y="479"/>
                    <a:pt x="1" y="888"/>
                  </a:cubicBezTo>
                  <a:lnTo>
                    <a:pt x="1" y="3400"/>
                  </a:lnTo>
                  <a:cubicBezTo>
                    <a:pt x="1" y="3811"/>
                    <a:pt x="262" y="4160"/>
                    <a:pt x="628" y="4290"/>
                  </a:cubicBezTo>
                  <a:lnTo>
                    <a:pt x="6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726;p50">
              <a:extLst>
                <a:ext uri="{FF2B5EF4-FFF2-40B4-BE49-F238E27FC236}">
                  <a16:creationId xmlns:a16="http://schemas.microsoft.com/office/drawing/2014/main" id="{31F6FC75-170E-6544-AE3E-03F6B846F8D9}"/>
                </a:ext>
              </a:extLst>
            </p:cNvPr>
            <p:cNvSpPr/>
            <p:nvPr/>
          </p:nvSpPr>
          <p:spPr>
            <a:xfrm>
              <a:off x="3197449" y="1580585"/>
              <a:ext cx="62791" cy="82608"/>
            </a:xfrm>
            <a:custGeom>
              <a:avLst/>
              <a:gdLst/>
              <a:ahLst/>
              <a:cxnLst/>
              <a:rect l="l" t="t" r="r" b="b"/>
              <a:pathLst>
                <a:path w="1787" h="2351" extrusionOk="0">
                  <a:moveTo>
                    <a:pt x="905" y="1"/>
                  </a:moveTo>
                  <a:cubicBezTo>
                    <a:pt x="390" y="658"/>
                    <a:pt x="63" y="1467"/>
                    <a:pt x="0" y="2350"/>
                  </a:cubicBezTo>
                  <a:lnTo>
                    <a:pt x="1238" y="2350"/>
                  </a:lnTo>
                  <a:cubicBezTo>
                    <a:pt x="1293" y="1808"/>
                    <a:pt x="1488" y="1305"/>
                    <a:pt x="1786" y="883"/>
                  </a:cubicBezTo>
                  <a:lnTo>
                    <a:pt x="9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727;p50">
              <a:extLst>
                <a:ext uri="{FF2B5EF4-FFF2-40B4-BE49-F238E27FC236}">
                  <a16:creationId xmlns:a16="http://schemas.microsoft.com/office/drawing/2014/main" id="{211BC954-EAAB-0BB6-E0A5-46C798364F6A}"/>
                </a:ext>
              </a:extLst>
            </p:cNvPr>
            <p:cNvSpPr/>
            <p:nvPr/>
          </p:nvSpPr>
          <p:spPr>
            <a:xfrm>
              <a:off x="3437337" y="1580585"/>
              <a:ext cx="62756" cy="82608"/>
            </a:xfrm>
            <a:custGeom>
              <a:avLst/>
              <a:gdLst/>
              <a:ahLst/>
              <a:cxnLst/>
              <a:rect l="l" t="t" r="r" b="b"/>
              <a:pathLst>
                <a:path w="1786" h="2351" extrusionOk="0">
                  <a:moveTo>
                    <a:pt x="881" y="1"/>
                  </a:moveTo>
                  <a:lnTo>
                    <a:pt x="1" y="883"/>
                  </a:lnTo>
                  <a:cubicBezTo>
                    <a:pt x="300" y="1305"/>
                    <a:pt x="495" y="1808"/>
                    <a:pt x="548" y="2350"/>
                  </a:cubicBezTo>
                  <a:lnTo>
                    <a:pt x="1785" y="2350"/>
                  </a:lnTo>
                  <a:cubicBezTo>
                    <a:pt x="1723" y="1467"/>
                    <a:pt x="1396" y="658"/>
                    <a:pt x="8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5123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>
            <a:spLocks noGrp="1"/>
          </p:cNvSpPr>
          <p:nvPr>
            <p:ph type="title"/>
          </p:nvPr>
        </p:nvSpPr>
        <p:spPr>
          <a:xfrm>
            <a:off x="1798056" y="1672124"/>
            <a:ext cx="233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BRIEFING</a:t>
            </a:r>
            <a:endParaRPr dirty="0"/>
          </a:p>
        </p:txBody>
      </p:sp>
      <p:sp>
        <p:nvSpPr>
          <p:cNvPr id="243" name="Google Shape;243;p32"/>
          <p:cNvSpPr txBox="1">
            <a:spLocks noGrp="1"/>
          </p:cNvSpPr>
          <p:nvPr>
            <p:ph type="title" idx="2"/>
          </p:nvPr>
        </p:nvSpPr>
        <p:spPr>
          <a:xfrm>
            <a:off x="695771" y="1749900"/>
            <a:ext cx="8673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subTitle" idx="1"/>
          </p:nvPr>
        </p:nvSpPr>
        <p:spPr>
          <a:xfrm>
            <a:off x="1490960" y="1932859"/>
            <a:ext cx="3958037" cy="8467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dirty="0">
                <a:latin typeface="Gabriola" panose="04040605051002020D02" pitchFamily="82" charset="0"/>
              </a:rPr>
              <a:t>Improved technical and practical  </a:t>
            </a:r>
          </a:p>
          <a:p>
            <a:r>
              <a:rPr lang="en-US" sz="2400" dirty="0">
                <a:latin typeface="Gabriola" panose="04040605051002020D02" pitchFamily="82" charset="0"/>
              </a:rPr>
              <a:t> knowledge of embedded  systems.</a:t>
            </a:r>
          </a:p>
        </p:txBody>
      </p:sp>
      <p:sp>
        <p:nvSpPr>
          <p:cNvPr id="245" name="Google Shape;245;p32"/>
          <p:cNvSpPr txBox="1">
            <a:spLocks noGrp="1"/>
          </p:cNvSpPr>
          <p:nvPr>
            <p:ph type="title" idx="3"/>
          </p:nvPr>
        </p:nvSpPr>
        <p:spPr>
          <a:xfrm>
            <a:off x="6111838" y="1730349"/>
            <a:ext cx="233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RESEARCH</a:t>
            </a:r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title" idx="4"/>
          </p:nvPr>
        </p:nvSpPr>
        <p:spPr>
          <a:xfrm>
            <a:off x="4961874" y="1749900"/>
            <a:ext cx="8673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47" name="Google Shape;247;p32"/>
          <p:cNvSpPr txBox="1">
            <a:spLocks noGrp="1"/>
          </p:cNvSpPr>
          <p:nvPr>
            <p:ph type="subTitle" idx="5"/>
          </p:nvPr>
        </p:nvSpPr>
        <p:spPr>
          <a:xfrm>
            <a:off x="5683195" y="1987515"/>
            <a:ext cx="3620131" cy="7205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dirty="0">
                <a:latin typeface="Gabriola" panose="04040605051002020D02" pitchFamily="82" charset="0"/>
              </a:rPr>
              <a:t>Gained real-world experience</a:t>
            </a:r>
          </a:p>
          <a:p>
            <a:r>
              <a:rPr lang="en-US" sz="2400" dirty="0">
                <a:latin typeface="Gabriola" panose="04040605051002020D02" pitchFamily="82" charset="0"/>
              </a:rPr>
              <a:t> hardware/software integration.</a:t>
            </a:r>
          </a:p>
        </p:txBody>
      </p:sp>
      <p:sp>
        <p:nvSpPr>
          <p:cNvPr id="248" name="Google Shape;248;p32"/>
          <p:cNvSpPr txBox="1">
            <a:spLocks noGrp="1"/>
          </p:cNvSpPr>
          <p:nvPr>
            <p:ph type="title" idx="6"/>
          </p:nvPr>
        </p:nvSpPr>
        <p:spPr>
          <a:xfrm>
            <a:off x="1367903" y="4485713"/>
            <a:ext cx="630409" cy="3627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.</a:t>
            </a:r>
            <a:endParaRPr dirty="0"/>
          </a:p>
        </p:txBody>
      </p:sp>
      <p:sp>
        <p:nvSpPr>
          <p:cNvPr id="249" name="Google Shape;249;p32"/>
          <p:cNvSpPr txBox="1">
            <a:spLocks noGrp="1"/>
          </p:cNvSpPr>
          <p:nvPr>
            <p:ph type="title" idx="7"/>
          </p:nvPr>
        </p:nvSpPr>
        <p:spPr>
          <a:xfrm>
            <a:off x="932661" y="3448775"/>
            <a:ext cx="630410" cy="3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dirty="0">
                <a:latin typeface="Nirmala Text Semilight" panose="020B0402040204020203" pitchFamily="34" charset="0"/>
                <a:ea typeface="Nirmala Text Semilight" panose="020B0402040204020203" pitchFamily="34" charset="0"/>
                <a:cs typeface="Nirmala Text Semilight" panose="020B0402040204020203" pitchFamily="34" charset="0"/>
              </a:rPr>
              <a:t>.</a:t>
            </a:r>
            <a:endParaRPr sz="900" dirty="0">
              <a:latin typeface="Nirmala Text Semilight" panose="020B0402040204020203" pitchFamily="34" charset="0"/>
              <a:ea typeface="Nirmala Text Semilight" panose="020B0402040204020203" pitchFamily="34" charset="0"/>
              <a:cs typeface="Nirmala Text Semilight" panose="020B0402040204020203" pitchFamily="34" charset="0"/>
            </a:endParaRPr>
          </a:p>
        </p:txBody>
      </p:sp>
      <p:sp>
        <p:nvSpPr>
          <p:cNvPr id="251" name="Google Shape;251;p32"/>
          <p:cNvSpPr txBox="1">
            <a:spLocks noGrp="1"/>
          </p:cNvSpPr>
          <p:nvPr>
            <p:ph type="title" idx="9"/>
          </p:nvPr>
        </p:nvSpPr>
        <p:spPr>
          <a:xfrm>
            <a:off x="4405650" y="3475014"/>
            <a:ext cx="2336400" cy="3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LAUNCH</a:t>
            </a:r>
            <a:endParaRPr dirty="0"/>
          </a:p>
        </p:txBody>
      </p:sp>
      <p:sp>
        <p:nvSpPr>
          <p:cNvPr id="252" name="Google Shape;252;p32"/>
          <p:cNvSpPr txBox="1">
            <a:spLocks noGrp="1"/>
          </p:cNvSpPr>
          <p:nvPr>
            <p:ph type="title" idx="13"/>
          </p:nvPr>
        </p:nvSpPr>
        <p:spPr>
          <a:xfrm>
            <a:off x="3347820" y="3505005"/>
            <a:ext cx="8673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53" name="Google Shape;253;p32"/>
          <p:cNvSpPr txBox="1">
            <a:spLocks noGrp="1"/>
          </p:cNvSpPr>
          <p:nvPr>
            <p:ph type="subTitle" idx="14"/>
          </p:nvPr>
        </p:nvSpPr>
        <p:spPr>
          <a:xfrm>
            <a:off x="4283037" y="3819079"/>
            <a:ext cx="2456945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2400" dirty="0">
                <a:latin typeface="Gabriola" panose="04040605051002020D02" pitchFamily="82" charset="0"/>
              </a:rPr>
              <a:t>Boosted confidence in coding and teamwork</a:t>
            </a:r>
            <a:endParaRPr sz="2400" dirty="0">
              <a:latin typeface="Gabriola" panose="04040605051002020D02" pitchFamily="82" charset="0"/>
            </a:endParaRPr>
          </a:p>
        </p:txBody>
      </p:sp>
      <p:sp>
        <p:nvSpPr>
          <p:cNvPr id="254" name="Google Shape;254;p32"/>
          <p:cNvSpPr txBox="1">
            <a:spLocks noGrp="1"/>
          </p:cNvSpPr>
          <p:nvPr>
            <p:ph type="title" idx="15"/>
          </p:nvPr>
        </p:nvSpPr>
        <p:spPr>
          <a:xfrm>
            <a:off x="553650" y="691484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tx1"/>
                </a:solidFill>
              </a:rPr>
              <a:t>KEY</a:t>
            </a:r>
            <a:r>
              <a:rPr lang="en" sz="4000" dirty="0">
                <a:solidFill>
                  <a:schemeClr val="accent1"/>
                </a:solidFill>
              </a:rPr>
              <a:t> TAKEAWAYS</a:t>
            </a:r>
            <a:endParaRPr sz="4000" dirty="0">
              <a:solidFill>
                <a:schemeClr val="accent1"/>
              </a:solidFill>
            </a:endParaRPr>
          </a:p>
        </p:txBody>
      </p:sp>
      <p:cxnSp>
        <p:nvCxnSpPr>
          <p:cNvPr id="255" name="Google Shape;255;p32"/>
          <p:cNvCxnSpPr/>
          <p:nvPr/>
        </p:nvCxnSpPr>
        <p:spPr>
          <a:xfrm>
            <a:off x="1611488" y="1721200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cxnSp>
        <p:nvCxnSpPr>
          <p:cNvPr id="256" name="Google Shape;256;p32"/>
          <p:cNvCxnSpPr/>
          <p:nvPr/>
        </p:nvCxnSpPr>
        <p:spPr>
          <a:xfrm>
            <a:off x="5877638" y="1723337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cxnSp>
        <p:nvCxnSpPr>
          <p:cNvPr id="258" name="Google Shape;258;p32"/>
          <p:cNvCxnSpPr/>
          <p:nvPr/>
        </p:nvCxnSpPr>
        <p:spPr>
          <a:xfrm>
            <a:off x="1611488" y="1723337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cxnSp>
        <p:nvCxnSpPr>
          <p:cNvPr id="259" name="Google Shape;259;p32"/>
          <p:cNvCxnSpPr/>
          <p:nvPr/>
        </p:nvCxnSpPr>
        <p:spPr>
          <a:xfrm>
            <a:off x="4215120" y="3505005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grpSp>
        <p:nvGrpSpPr>
          <p:cNvPr id="260" name="Google Shape;260;p32"/>
          <p:cNvGrpSpPr/>
          <p:nvPr/>
        </p:nvGrpSpPr>
        <p:grpSpPr>
          <a:xfrm rot="-5400000" flipH="1">
            <a:off x="681702" y="-681704"/>
            <a:ext cx="1182802" cy="2546215"/>
            <a:chOff x="7350442" y="2608992"/>
            <a:chExt cx="777239" cy="1673160"/>
          </a:xfrm>
        </p:grpSpPr>
        <p:sp>
          <p:nvSpPr>
            <p:cNvPr id="261" name="Google Shape;261;p3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3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3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3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3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3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3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3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32"/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270" name="Google Shape;270;p3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3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3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3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3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3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3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25FD46B8-9827-21DB-9421-7BF09B284359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750915" y="4776053"/>
            <a:ext cx="2336400" cy="480000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8"/>
          <p:cNvSpPr/>
          <p:nvPr/>
        </p:nvSpPr>
        <p:spPr>
          <a:xfrm>
            <a:off x="6366850" y="0"/>
            <a:ext cx="4358174" cy="4821045"/>
          </a:xfrm>
          <a:custGeom>
            <a:avLst/>
            <a:gdLst/>
            <a:ahLst/>
            <a:cxnLst/>
            <a:rect l="l" t="t" r="r" b="b"/>
            <a:pathLst>
              <a:path w="127684" h="141245" extrusionOk="0">
                <a:moveTo>
                  <a:pt x="71170" y="25334"/>
                </a:moveTo>
                <a:cubicBezTo>
                  <a:pt x="70870" y="25334"/>
                  <a:pt x="70569" y="25450"/>
                  <a:pt x="70343" y="25682"/>
                </a:cubicBezTo>
                <a:cubicBezTo>
                  <a:pt x="69962" y="26051"/>
                  <a:pt x="69902" y="26623"/>
                  <a:pt x="70152" y="27075"/>
                </a:cubicBezTo>
                <a:lnTo>
                  <a:pt x="61592" y="35648"/>
                </a:lnTo>
                <a:lnTo>
                  <a:pt x="54412" y="34183"/>
                </a:lnTo>
                <a:lnTo>
                  <a:pt x="46233" y="42375"/>
                </a:lnTo>
                <a:cubicBezTo>
                  <a:pt x="46059" y="42281"/>
                  <a:pt x="45865" y="42234"/>
                  <a:pt x="45672" y="42234"/>
                </a:cubicBezTo>
                <a:cubicBezTo>
                  <a:pt x="45373" y="42234"/>
                  <a:pt x="45075" y="42346"/>
                  <a:pt x="44852" y="42577"/>
                </a:cubicBezTo>
                <a:cubicBezTo>
                  <a:pt x="44387" y="43030"/>
                  <a:pt x="44387" y="43768"/>
                  <a:pt x="44852" y="44232"/>
                </a:cubicBezTo>
                <a:cubicBezTo>
                  <a:pt x="45078" y="44458"/>
                  <a:pt x="45375" y="44572"/>
                  <a:pt x="45675" y="44572"/>
                </a:cubicBezTo>
                <a:cubicBezTo>
                  <a:pt x="45974" y="44572"/>
                  <a:pt x="46274" y="44458"/>
                  <a:pt x="46507" y="44232"/>
                </a:cubicBezTo>
                <a:cubicBezTo>
                  <a:pt x="46876" y="43851"/>
                  <a:pt x="46935" y="43280"/>
                  <a:pt x="46697" y="42839"/>
                </a:cubicBezTo>
                <a:lnTo>
                  <a:pt x="54627" y="34886"/>
                </a:lnTo>
                <a:lnTo>
                  <a:pt x="61806" y="36350"/>
                </a:lnTo>
                <a:lnTo>
                  <a:pt x="70605" y="27528"/>
                </a:lnTo>
                <a:cubicBezTo>
                  <a:pt x="70783" y="27627"/>
                  <a:pt x="70980" y="27675"/>
                  <a:pt x="71176" y="27675"/>
                </a:cubicBezTo>
                <a:cubicBezTo>
                  <a:pt x="71477" y="27675"/>
                  <a:pt x="71774" y="27561"/>
                  <a:pt x="71998" y="27337"/>
                </a:cubicBezTo>
                <a:cubicBezTo>
                  <a:pt x="72462" y="26873"/>
                  <a:pt x="72462" y="26135"/>
                  <a:pt x="71998" y="25682"/>
                </a:cubicBezTo>
                <a:cubicBezTo>
                  <a:pt x="71772" y="25450"/>
                  <a:pt x="71471" y="25334"/>
                  <a:pt x="71170" y="25334"/>
                </a:cubicBezTo>
                <a:close/>
                <a:moveTo>
                  <a:pt x="61651" y="46125"/>
                </a:moveTo>
                <a:cubicBezTo>
                  <a:pt x="62008" y="46125"/>
                  <a:pt x="62354" y="46268"/>
                  <a:pt x="62616" y="46530"/>
                </a:cubicBezTo>
                <a:cubicBezTo>
                  <a:pt x="62866" y="46792"/>
                  <a:pt x="63009" y="47125"/>
                  <a:pt x="63009" y="47495"/>
                </a:cubicBezTo>
                <a:cubicBezTo>
                  <a:pt x="63009" y="47864"/>
                  <a:pt x="62866" y="48197"/>
                  <a:pt x="62616" y="48459"/>
                </a:cubicBezTo>
                <a:cubicBezTo>
                  <a:pt x="62354" y="48721"/>
                  <a:pt x="62008" y="48864"/>
                  <a:pt x="61639" y="48864"/>
                </a:cubicBezTo>
                <a:cubicBezTo>
                  <a:pt x="61354" y="48864"/>
                  <a:pt x="61068" y="48769"/>
                  <a:pt x="60842" y="48590"/>
                </a:cubicBezTo>
                <a:lnTo>
                  <a:pt x="60544" y="48304"/>
                </a:lnTo>
                <a:cubicBezTo>
                  <a:pt x="60377" y="48066"/>
                  <a:pt x="60282" y="47792"/>
                  <a:pt x="60282" y="47495"/>
                </a:cubicBezTo>
                <a:cubicBezTo>
                  <a:pt x="60282" y="47125"/>
                  <a:pt x="60425" y="46792"/>
                  <a:pt x="60675" y="46530"/>
                </a:cubicBezTo>
                <a:cubicBezTo>
                  <a:pt x="60937" y="46268"/>
                  <a:pt x="61282" y="46125"/>
                  <a:pt x="61651" y="46125"/>
                </a:cubicBezTo>
                <a:close/>
                <a:moveTo>
                  <a:pt x="29826" y="52614"/>
                </a:moveTo>
                <a:cubicBezTo>
                  <a:pt x="30195" y="52614"/>
                  <a:pt x="30540" y="52757"/>
                  <a:pt x="30790" y="53019"/>
                </a:cubicBezTo>
                <a:cubicBezTo>
                  <a:pt x="31052" y="53281"/>
                  <a:pt x="31195" y="53614"/>
                  <a:pt x="31195" y="53983"/>
                </a:cubicBezTo>
                <a:cubicBezTo>
                  <a:pt x="31195" y="54353"/>
                  <a:pt x="31052" y="54686"/>
                  <a:pt x="30790" y="54948"/>
                </a:cubicBezTo>
                <a:cubicBezTo>
                  <a:pt x="30540" y="55210"/>
                  <a:pt x="30195" y="55353"/>
                  <a:pt x="29826" y="55353"/>
                </a:cubicBezTo>
                <a:cubicBezTo>
                  <a:pt x="29469" y="55353"/>
                  <a:pt x="29123" y="55210"/>
                  <a:pt x="28861" y="54948"/>
                </a:cubicBezTo>
                <a:cubicBezTo>
                  <a:pt x="28611" y="54698"/>
                  <a:pt x="28469" y="54353"/>
                  <a:pt x="28469" y="53983"/>
                </a:cubicBezTo>
                <a:cubicBezTo>
                  <a:pt x="28469" y="53614"/>
                  <a:pt x="28611" y="53281"/>
                  <a:pt x="28861" y="53019"/>
                </a:cubicBezTo>
                <a:cubicBezTo>
                  <a:pt x="29123" y="52757"/>
                  <a:pt x="29469" y="52614"/>
                  <a:pt x="29826" y="52614"/>
                </a:cubicBezTo>
                <a:close/>
                <a:moveTo>
                  <a:pt x="102752" y="1"/>
                </a:moveTo>
                <a:lnTo>
                  <a:pt x="61508" y="41089"/>
                </a:lnTo>
                <a:lnTo>
                  <a:pt x="54900" y="39446"/>
                </a:lnTo>
                <a:lnTo>
                  <a:pt x="38696" y="55686"/>
                </a:lnTo>
                <a:lnTo>
                  <a:pt x="31838" y="54114"/>
                </a:lnTo>
                <a:cubicBezTo>
                  <a:pt x="31838" y="54079"/>
                  <a:pt x="31838" y="54031"/>
                  <a:pt x="31838" y="53983"/>
                </a:cubicBezTo>
                <a:cubicBezTo>
                  <a:pt x="31838" y="53448"/>
                  <a:pt x="31636" y="52936"/>
                  <a:pt x="31255" y="52555"/>
                </a:cubicBezTo>
                <a:cubicBezTo>
                  <a:pt x="30874" y="52186"/>
                  <a:pt x="30362" y="51971"/>
                  <a:pt x="29826" y="51971"/>
                </a:cubicBezTo>
                <a:cubicBezTo>
                  <a:pt x="29290" y="51971"/>
                  <a:pt x="28790" y="52186"/>
                  <a:pt x="28409" y="52555"/>
                </a:cubicBezTo>
                <a:cubicBezTo>
                  <a:pt x="28028" y="52936"/>
                  <a:pt x="27814" y="53448"/>
                  <a:pt x="27814" y="53983"/>
                </a:cubicBezTo>
                <a:cubicBezTo>
                  <a:pt x="27814" y="54519"/>
                  <a:pt x="28028" y="55031"/>
                  <a:pt x="28409" y="55400"/>
                </a:cubicBezTo>
                <a:cubicBezTo>
                  <a:pt x="28790" y="55781"/>
                  <a:pt x="29290" y="55996"/>
                  <a:pt x="29826" y="55996"/>
                </a:cubicBezTo>
                <a:cubicBezTo>
                  <a:pt x="30362" y="55996"/>
                  <a:pt x="30874" y="55781"/>
                  <a:pt x="31255" y="55412"/>
                </a:cubicBezTo>
                <a:cubicBezTo>
                  <a:pt x="31445" y="55222"/>
                  <a:pt x="31588" y="54995"/>
                  <a:pt x="31695" y="54745"/>
                </a:cubicBezTo>
                <a:lnTo>
                  <a:pt x="38898" y="56389"/>
                </a:lnTo>
                <a:lnTo>
                  <a:pt x="55103" y="40172"/>
                </a:lnTo>
                <a:lnTo>
                  <a:pt x="61711" y="41803"/>
                </a:lnTo>
                <a:lnTo>
                  <a:pt x="103204" y="465"/>
                </a:lnTo>
                <a:lnTo>
                  <a:pt x="102752" y="1"/>
                </a:lnTo>
                <a:close/>
                <a:moveTo>
                  <a:pt x="83684" y="39547"/>
                </a:moveTo>
                <a:cubicBezTo>
                  <a:pt x="83383" y="39547"/>
                  <a:pt x="83083" y="39660"/>
                  <a:pt x="82856" y="39886"/>
                </a:cubicBezTo>
                <a:cubicBezTo>
                  <a:pt x="82475" y="40267"/>
                  <a:pt x="82416" y="40839"/>
                  <a:pt x="82666" y="41280"/>
                </a:cubicBezTo>
                <a:lnTo>
                  <a:pt x="68843" y="55115"/>
                </a:lnTo>
                <a:lnTo>
                  <a:pt x="62604" y="57496"/>
                </a:lnTo>
                <a:cubicBezTo>
                  <a:pt x="62556" y="57436"/>
                  <a:pt x="62509" y="57377"/>
                  <a:pt x="62449" y="57317"/>
                </a:cubicBezTo>
                <a:cubicBezTo>
                  <a:pt x="62223" y="57085"/>
                  <a:pt x="61922" y="56969"/>
                  <a:pt x="61621" y="56969"/>
                </a:cubicBezTo>
                <a:cubicBezTo>
                  <a:pt x="61321" y="56969"/>
                  <a:pt x="61020" y="57085"/>
                  <a:pt x="60794" y="57317"/>
                </a:cubicBezTo>
                <a:cubicBezTo>
                  <a:pt x="60342" y="57770"/>
                  <a:pt x="60342" y="58520"/>
                  <a:pt x="60794" y="58972"/>
                </a:cubicBezTo>
                <a:cubicBezTo>
                  <a:pt x="61026" y="59198"/>
                  <a:pt x="61327" y="59311"/>
                  <a:pt x="61626" y="59311"/>
                </a:cubicBezTo>
                <a:cubicBezTo>
                  <a:pt x="61925" y="59311"/>
                  <a:pt x="62223" y="59198"/>
                  <a:pt x="62449" y="58972"/>
                </a:cubicBezTo>
                <a:cubicBezTo>
                  <a:pt x="62687" y="58734"/>
                  <a:pt x="62794" y="58424"/>
                  <a:pt x="62794" y="58127"/>
                </a:cubicBezTo>
                <a:lnTo>
                  <a:pt x="69200" y="55674"/>
                </a:lnTo>
                <a:lnTo>
                  <a:pt x="83118" y="41744"/>
                </a:lnTo>
                <a:cubicBezTo>
                  <a:pt x="83296" y="41838"/>
                  <a:pt x="83491" y="41885"/>
                  <a:pt x="83685" y="41885"/>
                </a:cubicBezTo>
                <a:cubicBezTo>
                  <a:pt x="83984" y="41885"/>
                  <a:pt x="84280" y="41772"/>
                  <a:pt x="84511" y="41541"/>
                </a:cubicBezTo>
                <a:cubicBezTo>
                  <a:pt x="84964" y="41089"/>
                  <a:pt x="84964" y="40351"/>
                  <a:pt x="84511" y="39886"/>
                </a:cubicBezTo>
                <a:cubicBezTo>
                  <a:pt x="84285" y="39660"/>
                  <a:pt x="83984" y="39547"/>
                  <a:pt x="83684" y="39547"/>
                </a:cubicBezTo>
                <a:close/>
                <a:moveTo>
                  <a:pt x="74993" y="61984"/>
                </a:moveTo>
                <a:cubicBezTo>
                  <a:pt x="75345" y="61984"/>
                  <a:pt x="75663" y="62126"/>
                  <a:pt x="75915" y="62377"/>
                </a:cubicBezTo>
                <a:cubicBezTo>
                  <a:pt x="76451" y="62913"/>
                  <a:pt x="76451" y="63770"/>
                  <a:pt x="75915" y="64306"/>
                </a:cubicBezTo>
                <a:cubicBezTo>
                  <a:pt x="75653" y="64568"/>
                  <a:pt x="75320" y="64711"/>
                  <a:pt x="74951" y="64711"/>
                </a:cubicBezTo>
                <a:cubicBezTo>
                  <a:pt x="74581" y="64711"/>
                  <a:pt x="74236" y="64568"/>
                  <a:pt x="73986" y="64306"/>
                </a:cubicBezTo>
                <a:cubicBezTo>
                  <a:pt x="73724" y="64056"/>
                  <a:pt x="73581" y="63711"/>
                  <a:pt x="73581" y="63342"/>
                </a:cubicBezTo>
                <a:cubicBezTo>
                  <a:pt x="73581" y="62985"/>
                  <a:pt x="73724" y="62639"/>
                  <a:pt x="73986" y="62377"/>
                </a:cubicBezTo>
                <a:cubicBezTo>
                  <a:pt x="74236" y="62127"/>
                  <a:pt x="74581" y="61984"/>
                  <a:pt x="74951" y="61984"/>
                </a:cubicBezTo>
                <a:cubicBezTo>
                  <a:pt x="74965" y="61984"/>
                  <a:pt x="74979" y="61984"/>
                  <a:pt x="74993" y="61984"/>
                </a:cubicBezTo>
                <a:close/>
                <a:moveTo>
                  <a:pt x="100513" y="20063"/>
                </a:moveTo>
                <a:lnTo>
                  <a:pt x="89167" y="31433"/>
                </a:lnTo>
                <a:lnTo>
                  <a:pt x="88893" y="39696"/>
                </a:lnTo>
                <a:lnTo>
                  <a:pt x="74736" y="53876"/>
                </a:lnTo>
                <a:lnTo>
                  <a:pt x="74736" y="61342"/>
                </a:lnTo>
                <a:cubicBezTo>
                  <a:pt x="74284" y="61389"/>
                  <a:pt x="73855" y="61592"/>
                  <a:pt x="73522" y="61925"/>
                </a:cubicBezTo>
                <a:cubicBezTo>
                  <a:pt x="73153" y="62306"/>
                  <a:pt x="72938" y="62806"/>
                  <a:pt x="72938" y="63342"/>
                </a:cubicBezTo>
                <a:cubicBezTo>
                  <a:pt x="72938" y="63878"/>
                  <a:pt x="73153" y="64390"/>
                  <a:pt x="73534" y="64771"/>
                </a:cubicBezTo>
                <a:cubicBezTo>
                  <a:pt x="73903" y="65140"/>
                  <a:pt x="74415" y="65354"/>
                  <a:pt x="74951" y="65354"/>
                </a:cubicBezTo>
                <a:cubicBezTo>
                  <a:pt x="75486" y="65354"/>
                  <a:pt x="75986" y="65140"/>
                  <a:pt x="76367" y="64759"/>
                </a:cubicBezTo>
                <a:cubicBezTo>
                  <a:pt x="77153" y="63973"/>
                  <a:pt x="77153" y="62699"/>
                  <a:pt x="76367" y="61913"/>
                </a:cubicBezTo>
                <a:cubicBezTo>
                  <a:pt x="76094" y="61639"/>
                  <a:pt x="75760" y="61461"/>
                  <a:pt x="75391" y="61377"/>
                </a:cubicBezTo>
                <a:lnTo>
                  <a:pt x="75379" y="54150"/>
                </a:lnTo>
                <a:lnTo>
                  <a:pt x="89536" y="39970"/>
                </a:lnTo>
                <a:lnTo>
                  <a:pt x="89798" y="31707"/>
                </a:lnTo>
                <a:lnTo>
                  <a:pt x="100978" y="20527"/>
                </a:lnTo>
                <a:lnTo>
                  <a:pt x="100513" y="20063"/>
                </a:lnTo>
                <a:close/>
                <a:moveTo>
                  <a:pt x="62639" y="65997"/>
                </a:moveTo>
                <a:cubicBezTo>
                  <a:pt x="61485" y="65997"/>
                  <a:pt x="60556" y="66937"/>
                  <a:pt x="60556" y="68092"/>
                </a:cubicBezTo>
                <a:cubicBezTo>
                  <a:pt x="60556" y="69247"/>
                  <a:pt x="61485" y="70176"/>
                  <a:pt x="62639" y="70176"/>
                </a:cubicBezTo>
                <a:cubicBezTo>
                  <a:pt x="63794" y="70176"/>
                  <a:pt x="64723" y="69247"/>
                  <a:pt x="64723" y="68092"/>
                </a:cubicBezTo>
                <a:cubicBezTo>
                  <a:pt x="64723" y="66937"/>
                  <a:pt x="63794" y="65997"/>
                  <a:pt x="62639" y="65997"/>
                </a:cubicBezTo>
                <a:close/>
                <a:moveTo>
                  <a:pt x="62639" y="64294"/>
                </a:moveTo>
                <a:cubicBezTo>
                  <a:pt x="64735" y="64294"/>
                  <a:pt x="66438" y="65997"/>
                  <a:pt x="66438" y="68092"/>
                </a:cubicBezTo>
                <a:cubicBezTo>
                  <a:pt x="66438" y="70188"/>
                  <a:pt x="64735" y="71890"/>
                  <a:pt x="62639" y="71890"/>
                </a:cubicBezTo>
                <a:cubicBezTo>
                  <a:pt x="60544" y="71890"/>
                  <a:pt x="58841" y="70188"/>
                  <a:pt x="58841" y="68092"/>
                </a:cubicBezTo>
                <a:cubicBezTo>
                  <a:pt x="58841" y="65997"/>
                  <a:pt x="60544" y="64294"/>
                  <a:pt x="62639" y="64294"/>
                </a:cubicBezTo>
                <a:close/>
                <a:moveTo>
                  <a:pt x="62639" y="63651"/>
                </a:moveTo>
                <a:cubicBezTo>
                  <a:pt x="60187" y="63651"/>
                  <a:pt x="58198" y="65640"/>
                  <a:pt x="58198" y="68092"/>
                </a:cubicBezTo>
                <a:cubicBezTo>
                  <a:pt x="58198" y="70545"/>
                  <a:pt x="60187" y="72533"/>
                  <a:pt x="62639" y="72533"/>
                </a:cubicBezTo>
                <a:cubicBezTo>
                  <a:pt x="65092" y="72533"/>
                  <a:pt x="67081" y="70545"/>
                  <a:pt x="67081" y="68092"/>
                </a:cubicBezTo>
                <a:cubicBezTo>
                  <a:pt x="67081" y="65640"/>
                  <a:pt x="65092" y="63651"/>
                  <a:pt x="62639" y="63651"/>
                </a:cubicBezTo>
                <a:close/>
                <a:moveTo>
                  <a:pt x="46995" y="70783"/>
                </a:moveTo>
                <a:cubicBezTo>
                  <a:pt x="47364" y="70783"/>
                  <a:pt x="47697" y="70926"/>
                  <a:pt x="47959" y="71176"/>
                </a:cubicBezTo>
                <a:cubicBezTo>
                  <a:pt x="48221" y="71438"/>
                  <a:pt x="48364" y="71783"/>
                  <a:pt x="48364" y="72140"/>
                </a:cubicBezTo>
                <a:cubicBezTo>
                  <a:pt x="48364" y="72510"/>
                  <a:pt x="48221" y="72855"/>
                  <a:pt x="47959" y="73105"/>
                </a:cubicBezTo>
                <a:cubicBezTo>
                  <a:pt x="47697" y="73367"/>
                  <a:pt x="47364" y="73510"/>
                  <a:pt x="46995" y="73510"/>
                </a:cubicBezTo>
                <a:cubicBezTo>
                  <a:pt x="46626" y="73510"/>
                  <a:pt x="46292" y="73367"/>
                  <a:pt x="46030" y="73117"/>
                </a:cubicBezTo>
                <a:cubicBezTo>
                  <a:pt x="45768" y="72855"/>
                  <a:pt x="45625" y="72510"/>
                  <a:pt x="45625" y="72152"/>
                </a:cubicBezTo>
                <a:cubicBezTo>
                  <a:pt x="45625" y="71783"/>
                  <a:pt x="45768" y="71438"/>
                  <a:pt x="46030" y="71176"/>
                </a:cubicBezTo>
                <a:cubicBezTo>
                  <a:pt x="46280" y="70926"/>
                  <a:pt x="46626" y="70783"/>
                  <a:pt x="46995" y="70783"/>
                </a:cubicBezTo>
                <a:close/>
                <a:moveTo>
                  <a:pt x="62639" y="62604"/>
                </a:moveTo>
                <a:cubicBezTo>
                  <a:pt x="65664" y="62604"/>
                  <a:pt x="68128" y="65068"/>
                  <a:pt x="68128" y="68092"/>
                </a:cubicBezTo>
                <a:cubicBezTo>
                  <a:pt x="68128" y="71128"/>
                  <a:pt x="65664" y="73581"/>
                  <a:pt x="62639" y="73581"/>
                </a:cubicBezTo>
                <a:cubicBezTo>
                  <a:pt x="59615" y="73581"/>
                  <a:pt x="57151" y="71117"/>
                  <a:pt x="57151" y="68092"/>
                </a:cubicBezTo>
                <a:cubicBezTo>
                  <a:pt x="57151" y="65068"/>
                  <a:pt x="59615" y="62604"/>
                  <a:pt x="62639" y="62604"/>
                </a:cubicBezTo>
                <a:close/>
                <a:moveTo>
                  <a:pt x="62639" y="61949"/>
                </a:moveTo>
                <a:cubicBezTo>
                  <a:pt x="59258" y="61949"/>
                  <a:pt x="56496" y="64711"/>
                  <a:pt x="56496" y="68092"/>
                </a:cubicBezTo>
                <a:cubicBezTo>
                  <a:pt x="56496" y="71474"/>
                  <a:pt x="59258" y="74236"/>
                  <a:pt x="62639" y="74236"/>
                </a:cubicBezTo>
                <a:cubicBezTo>
                  <a:pt x="66021" y="74236"/>
                  <a:pt x="68783" y="71474"/>
                  <a:pt x="68783" y="68092"/>
                </a:cubicBezTo>
                <a:cubicBezTo>
                  <a:pt x="68783" y="64711"/>
                  <a:pt x="66021" y="61949"/>
                  <a:pt x="62639" y="61949"/>
                </a:cubicBezTo>
                <a:close/>
                <a:moveTo>
                  <a:pt x="127231" y="31362"/>
                </a:moveTo>
                <a:lnTo>
                  <a:pt x="108455" y="50138"/>
                </a:lnTo>
                <a:lnTo>
                  <a:pt x="108836" y="52960"/>
                </a:lnTo>
                <a:lnTo>
                  <a:pt x="104240" y="57543"/>
                </a:lnTo>
                <a:lnTo>
                  <a:pt x="101275" y="57543"/>
                </a:lnTo>
                <a:lnTo>
                  <a:pt x="89655" y="69164"/>
                </a:lnTo>
                <a:lnTo>
                  <a:pt x="86416" y="69164"/>
                </a:lnTo>
                <a:lnTo>
                  <a:pt x="78939" y="76641"/>
                </a:lnTo>
                <a:cubicBezTo>
                  <a:pt x="78755" y="76534"/>
                  <a:pt x="78549" y="76481"/>
                  <a:pt x="78343" y="76481"/>
                </a:cubicBezTo>
                <a:cubicBezTo>
                  <a:pt x="78043" y="76481"/>
                  <a:pt x="77743" y="76594"/>
                  <a:pt x="77510" y="76820"/>
                </a:cubicBezTo>
                <a:cubicBezTo>
                  <a:pt x="77058" y="77284"/>
                  <a:pt x="77058" y="78022"/>
                  <a:pt x="77522" y="78475"/>
                </a:cubicBezTo>
                <a:cubicBezTo>
                  <a:pt x="77749" y="78707"/>
                  <a:pt x="78046" y="78823"/>
                  <a:pt x="78345" y="78823"/>
                </a:cubicBezTo>
                <a:cubicBezTo>
                  <a:pt x="78644" y="78823"/>
                  <a:pt x="78945" y="78707"/>
                  <a:pt x="79177" y="78475"/>
                </a:cubicBezTo>
                <a:cubicBezTo>
                  <a:pt x="79546" y="78105"/>
                  <a:pt x="79606" y="77558"/>
                  <a:pt x="79380" y="77117"/>
                </a:cubicBezTo>
                <a:lnTo>
                  <a:pt x="86690" y="69807"/>
                </a:lnTo>
                <a:lnTo>
                  <a:pt x="89929" y="69807"/>
                </a:lnTo>
                <a:lnTo>
                  <a:pt x="101537" y="58198"/>
                </a:lnTo>
                <a:lnTo>
                  <a:pt x="104514" y="58198"/>
                </a:lnTo>
                <a:lnTo>
                  <a:pt x="109514" y="53186"/>
                </a:lnTo>
                <a:lnTo>
                  <a:pt x="109133" y="50364"/>
                </a:lnTo>
                <a:lnTo>
                  <a:pt x="127683" y="31814"/>
                </a:lnTo>
                <a:lnTo>
                  <a:pt x="127231" y="31362"/>
                </a:lnTo>
                <a:close/>
                <a:moveTo>
                  <a:pt x="54924" y="76581"/>
                </a:moveTo>
                <a:lnTo>
                  <a:pt x="54924" y="78915"/>
                </a:lnTo>
                <a:lnTo>
                  <a:pt x="57270" y="78915"/>
                </a:lnTo>
                <a:lnTo>
                  <a:pt x="57270" y="76581"/>
                </a:lnTo>
                <a:close/>
                <a:moveTo>
                  <a:pt x="59127" y="76581"/>
                </a:moveTo>
                <a:lnTo>
                  <a:pt x="59127" y="78915"/>
                </a:lnTo>
                <a:lnTo>
                  <a:pt x="61473" y="78915"/>
                </a:lnTo>
                <a:lnTo>
                  <a:pt x="61473" y="76581"/>
                </a:lnTo>
                <a:close/>
                <a:moveTo>
                  <a:pt x="68295" y="76748"/>
                </a:moveTo>
                <a:cubicBezTo>
                  <a:pt x="68664" y="76748"/>
                  <a:pt x="68997" y="76891"/>
                  <a:pt x="69259" y="77141"/>
                </a:cubicBezTo>
                <a:cubicBezTo>
                  <a:pt x="69521" y="77403"/>
                  <a:pt x="69664" y="77748"/>
                  <a:pt x="69664" y="78105"/>
                </a:cubicBezTo>
                <a:cubicBezTo>
                  <a:pt x="69664" y="78475"/>
                  <a:pt x="69521" y="78820"/>
                  <a:pt x="69259" y="79082"/>
                </a:cubicBezTo>
                <a:cubicBezTo>
                  <a:pt x="69009" y="79332"/>
                  <a:pt x="68664" y="79475"/>
                  <a:pt x="68295" y="79475"/>
                </a:cubicBezTo>
                <a:cubicBezTo>
                  <a:pt x="67926" y="79475"/>
                  <a:pt x="67592" y="79332"/>
                  <a:pt x="67331" y="79082"/>
                </a:cubicBezTo>
                <a:cubicBezTo>
                  <a:pt x="66795" y="78546"/>
                  <a:pt x="66795" y="77677"/>
                  <a:pt x="67331" y="77141"/>
                </a:cubicBezTo>
                <a:cubicBezTo>
                  <a:pt x="67581" y="76891"/>
                  <a:pt x="67926" y="76748"/>
                  <a:pt x="68295" y="76748"/>
                </a:cubicBezTo>
                <a:close/>
                <a:moveTo>
                  <a:pt x="106347" y="23599"/>
                </a:moveTo>
                <a:lnTo>
                  <a:pt x="94989" y="34969"/>
                </a:lnTo>
                <a:lnTo>
                  <a:pt x="94727" y="43232"/>
                </a:lnTo>
                <a:lnTo>
                  <a:pt x="80570" y="57412"/>
                </a:lnTo>
                <a:lnTo>
                  <a:pt x="80570" y="65032"/>
                </a:lnTo>
                <a:lnTo>
                  <a:pt x="69271" y="76355"/>
                </a:lnTo>
                <a:cubicBezTo>
                  <a:pt x="68974" y="76189"/>
                  <a:pt x="68640" y="76093"/>
                  <a:pt x="68295" y="76093"/>
                </a:cubicBezTo>
                <a:cubicBezTo>
                  <a:pt x="67759" y="76093"/>
                  <a:pt x="67247" y="76308"/>
                  <a:pt x="66866" y="76689"/>
                </a:cubicBezTo>
                <a:cubicBezTo>
                  <a:pt x="66092" y="77474"/>
                  <a:pt x="66092" y="78748"/>
                  <a:pt x="66878" y="79534"/>
                </a:cubicBezTo>
                <a:cubicBezTo>
                  <a:pt x="67259" y="79915"/>
                  <a:pt x="67759" y="80118"/>
                  <a:pt x="68295" y="80118"/>
                </a:cubicBezTo>
                <a:cubicBezTo>
                  <a:pt x="68831" y="80118"/>
                  <a:pt x="69343" y="79915"/>
                  <a:pt x="69724" y="79534"/>
                </a:cubicBezTo>
                <a:cubicBezTo>
                  <a:pt x="70105" y="79153"/>
                  <a:pt x="70307" y="78641"/>
                  <a:pt x="70307" y="78105"/>
                </a:cubicBezTo>
                <a:cubicBezTo>
                  <a:pt x="70307" y="77605"/>
                  <a:pt x="70117" y="77129"/>
                  <a:pt x="69783" y="76748"/>
                </a:cubicBezTo>
                <a:lnTo>
                  <a:pt x="81225" y="65294"/>
                </a:lnTo>
                <a:lnTo>
                  <a:pt x="81213" y="57686"/>
                </a:lnTo>
                <a:lnTo>
                  <a:pt x="95370" y="43506"/>
                </a:lnTo>
                <a:lnTo>
                  <a:pt x="95632" y="35243"/>
                </a:lnTo>
                <a:lnTo>
                  <a:pt x="106812" y="24063"/>
                </a:lnTo>
                <a:lnTo>
                  <a:pt x="106347" y="23599"/>
                </a:lnTo>
                <a:close/>
                <a:moveTo>
                  <a:pt x="54924" y="80487"/>
                </a:moveTo>
                <a:lnTo>
                  <a:pt x="54924" y="82820"/>
                </a:lnTo>
                <a:lnTo>
                  <a:pt x="57270" y="82820"/>
                </a:lnTo>
                <a:lnTo>
                  <a:pt x="57270" y="80487"/>
                </a:lnTo>
                <a:close/>
                <a:moveTo>
                  <a:pt x="59127" y="80487"/>
                </a:moveTo>
                <a:lnTo>
                  <a:pt x="59127" y="82820"/>
                </a:lnTo>
                <a:lnTo>
                  <a:pt x="61473" y="82820"/>
                </a:lnTo>
                <a:lnTo>
                  <a:pt x="61473" y="80487"/>
                </a:lnTo>
                <a:close/>
                <a:moveTo>
                  <a:pt x="54924" y="84392"/>
                </a:moveTo>
                <a:lnTo>
                  <a:pt x="54924" y="86726"/>
                </a:lnTo>
                <a:lnTo>
                  <a:pt x="57270" y="86726"/>
                </a:lnTo>
                <a:lnTo>
                  <a:pt x="57270" y="84392"/>
                </a:lnTo>
                <a:close/>
                <a:moveTo>
                  <a:pt x="71272" y="87404"/>
                </a:moveTo>
                <a:cubicBezTo>
                  <a:pt x="71641" y="87404"/>
                  <a:pt x="71974" y="87547"/>
                  <a:pt x="72236" y="87797"/>
                </a:cubicBezTo>
                <a:cubicBezTo>
                  <a:pt x="72498" y="88059"/>
                  <a:pt x="72641" y="88404"/>
                  <a:pt x="72641" y="88762"/>
                </a:cubicBezTo>
                <a:cubicBezTo>
                  <a:pt x="72641" y="89131"/>
                  <a:pt x="72498" y="89476"/>
                  <a:pt x="72236" y="89738"/>
                </a:cubicBezTo>
                <a:cubicBezTo>
                  <a:pt x="71974" y="89988"/>
                  <a:pt x="71641" y="90131"/>
                  <a:pt x="71272" y="90131"/>
                </a:cubicBezTo>
                <a:cubicBezTo>
                  <a:pt x="70902" y="90131"/>
                  <a:pt x="70569" y="89988"/>
                  <a:pt x="70307" y="89738"/>
                </a:cubicBezTo>
                <a:cubicBezTo>
                  <a:pt x="70045" y="89476"/>
                  <a:pt x="69902" y="89131"/>
                  <a:pt x="69902" y="88773"/>
                </a:cubicBezTo>
                <a:cubicBezTo>
                  <a:pt x="69902" y="88404"/>
                  <a:pt x="70045" y="88059"/>
                  <a:pt x="70307" y="87809"/>
                </a:cubicBezTo>
                <a:cubicBezTo>
                  <a:pt x="70569" y="87547"/>
                  <a:pt x="70902" y="87404"/>
                  <a:pt x="71272" y="87404"/>
                </a:cubicBezTo>
                <a:close/>
                <a:moveTo>
                  <a:pt x="54924" y="88285"/>
                </a:moveTo>
                <a:lnTo>
                  <a:pt x="54924" y="90631"/>
                </a:lnTo>
                <a:lnTo>
                  <a:pt x="57270" y="90631"/>
                </a:lnTo>
                <a:lnTo>
                  <a:pt x="57270" y="88285"/>
                </a:lnTo>
                <a:close/>
                <a:moveTo>
                  <a:pt x="61651" y="45482"/>
                </a:moveTo>
                <a:cubicBezTo>
                  <a:pt x="61115" y="45482"/>
                  <a:pt x="60604" y="45685"/>
                  <a:pt x="60223" y="46066"/>
                </a:cubicBezTo>
                <a:cubicBezTo>
                  <a:pt x="59842" y="46447"/>
                  <a:pt x="59639" y="46959"/>
                  <a:pt x="59639" y="47495"/>
                </a:cubicBezTo>
                <a:cubicBezTo>
                  <a:pt x="59639" y="47935"/>
                  <a:pt x="59782" y="48364"/>
                  <a:pt x="60044" y="48709"/>
                </a:cubicBezTo>
                <a:lnTo>
                  <a:pt x="56472" y="52293"/>
                </a:lnTo>
                <a:lnTo>
                  <a:pt x="50948" y="53174"/>
                </a:lnTo>
                <a:lnTo>
                  <a:pt x="47816" y="56293"/>
                </a:lnTo>
                <a:lnTo>
                  <a:pt x="47328" y="61437"/>
                </a:lnTo>
                <a:lnTo>
                  <a:pt x="12371" y="96393"/>
                </a:lnTo>
                <a:lnTo>
                  <a:pt x="12824" y="96858"/>
                </a:lnTo>
                <a:lnTo>
                  <a:pt x="47947" y="61734"/>
                </a:lnTo>
                <a:lnTo>
                  <a:pt x="48435" y="56591"/>
                </a:lnTo>
                <a:lnTo>
                  <a:pt x="51257" y="53781"/>
                </a:lnTo>
                <a:lnTo>
                  <a:pt x="56770" y="52900"/>
                </a:lnTo>
                <a:lnTo>
                  <a:pt x="60520" y="49161"/>
                </a:lnTo>
                <a:cubicBezTo>
                  <a:pt x="60842" y="49388"/>
                  <a:pt x="61235" y="49507"/>
                  <a:pt x="61651" y="49507"/>
                </a:cubicBezTo>
                <a:cubicBezTo>
                  <a:pt x="62187" y="49507"/>
                  <a:pt x="62687" y="49292"/>
                  <a:pt x="63068" y="48911"/>
                </a:cubicBezTo>
                <a:cubicBezTo>
                  <a:pt x="63449" y="48530"/>
                  <a:pt x="63663" y="48030"/>
                  <a:pt x="63663" y="47495"/>
                </a:cubicBezTo>
                <a:cubicBezTo>
                  <a:pt x="63663" y="46959"/>
                  <a:pt x="63449" y="46447"/>
                  <a:pt x="63068" y="46066"/>
                </a:cubicBezTo>
                <a:cubicBezTo>
                  <a:pt x="62687" y="45685"/>
                  <a:pt x="62187" y="45482"/>
                  <a:pt x="61651" y="45482"/>
                </a:cubicBezTo>
                <a:close/>
                <a:moveTo>
                  <a:pt x="69807" y="103120"/>
                </a:moveTo>
                <a:cubicBezTo>
                  <a:pt x="70105" y="103120"/>
                  <a:pt x="70379" y="103228"/>
                  <a:pt x="70617" y="103394"/>
                </a:cubicBezTo>
                <a:lnTo>
                  <a:pt x="70902" y="103680"/>
                </a:lnTo>
                <a:cubicBezTo>
                  <a:pt x="71081" y="103918"/>
                  <a:pt x="71176" y="104192"/>
                  <a:pt x="71176" y="104490"/>
                </a:cubicBezTo>
                <a:cubicBezTo>
                  <a:pt x="71176" y="104859"/>
                  <a:pt x="71033" y="105204"/>
                  <a:pt x="70771" y="105454"/>
                </a:cubicBezTo>
                <a:cubicBezTo>
                  <a:pt x="70521" y="105716"/>
                  <a:pt x="70176" y="105859"/>
                  <a:pt x="69807" y="105859"/>
                </a:cubicBezTo>
                <a:cubicBezTo>
                  <a:pt x="69450" y="105859"/>
                  <a:pt x="69105" y="105716"/>
                  <a:pt x="68843" y="105454"/>
                </a:cubicBezTo>
                <a:cubicBezTo>
                  <a:pt x="68593" y="105204"/>
                  <a:pt x="68450" y="104859"/>
                  <a:pt x="68450" y="104490"/>
                </a:cubicBezTo>
                <a:cubicBezTo>
                  <a:pt x="68450" y="104132"/>
                  <a:pt x="68593" y="103787"/>
                  <a:pt x="68843" y="103525"/>
                </a:cubicBezTo>
                <a:cubicBezTo>
                  <a:pt x="69105" y="103263"/>
                  <a:pt x="69450" y="103120"/>
                  <a:pt x="69807" y="103120"/>
                </a:cubicBezTo>
                <a:close/>
                <a:moveTo>
                  <a:pt x="118635" y="55126"/>
                </a:moveTo>
                <a:lnTo>
                  <a:pt x="83511" y="90250"/>
                </a:lnTo>
                <a:lnTo>
                  <a:pt x="83023" y="95393"/>
                </a:lnTo>
                <a:lnTo>
                  <a:pt x="80201" y="98203"/>
                </a:lnTo>
                <a:lnTo>
                  <a:pt x="74677" y="99084"/>
                </a:lnTo>
                <a:lnTo>
                  <a:pt x="70938" y="102823"/>
                </a:lnTo>
                <a:cubicBezTo>
                  <a:pt x="70605" y="102597"/>
                  <a:pt x="70224" y="102478"/>
                  <a:pt x="69807" y="102478"/>
                </a:cubicBezTo>
                <a:cubicBezTo>
                  <a:pt x="69271" y="102478"/>
                  <a:pt x="68771" y="102692"/>
                  <a:pt x="68390" y="103073"/>
                </a:cubicBezTo>
                <a:cubicBezTo>
                  <a:pt x="68009" y="103442"/>
                  <a:pt x="67795" y="103954"/>
                  <a:pt x="67795" y="104490"/>
                </a:cubicBezTo>
                <a:cubicBezTo>
                  <a:pt x="67795" y="105025"/>
                  <a:pt x="68009" y="105537"/>
                  <a:pt x="68390" y="105907"/>
                </a:cubicBezTo>
                <a:cubicBezTo>
                  <a:pt x="68771" y="106288"/>
                  <a:pt x="69271" y="106502"/>
                  <a:pt x="69807" y="106502"/>
                </a:cubicBezTo>
                <a:cubicBezTo>
                  <a:pt x="70355" y="106502"/>
                  <a:pt x="70855" y="106288"/>
                  <a:pt x="71236" y="105907"/>
                </a:cubicBezTo>
                <a:cubicBezTo>
                  <a:pt x="71617" y="105526"/>
                  <a:pt x="71819" y="105025"/>
                  <a:pt x="71819" y="104490"/>
                </a:cubicBezTo>
                <a:cubicBezTo>
                  <a:pt x="71819" y="104037"/>
                  <a:pt x="71676" y="103621"/>
                  <a:pt x="71402" y="103263"/>
                </a:cubicBezTo>
                <a:lnTo>
                  <a:pt x="74986" y="99691"/>
                </a:lnTo>
                <a:lnTo>
                  <a:pt x="80511" y="98810"/>
                </a:lnTo>
                <a:lnTo>
                  <a:pt x="83642" y="95679"/>
                </a:lnTo>
                <a:lnTo>
                  <a:pt x="84130" y="90547"/>
                </a:lnTo>
                <a:lnTo>
                  <a:pt x="119087" y="55591"/>
                </a:lnTo>
                <a:lnTo>
                  <a:pt x="118635" y="55126"/>
                </a:lnTo>
                <a:close/>
                <a:moveTo>
                  <a:pt x="46020" y="89113"/>
                </a:moveTo>
                <a:cubicBezTo>
                  <a:pt x="45721" y="89113"/>
                  <a:pt x="45423" y="89226"/>
                  <a:pt x="45197" y="89452"/>
                </a:cubicBezTo>
                <a:cubicBezTo>
                  <a:pt x="44816" y="89833"/>
                  <a:pt x="44756" y="90405"/>
                  <a:pt x="45006" y="90857"/>
                </a:cubicBezTo>
                <a:lnTo>
                  <a:pt x="40470" y="95393"/>
                </a:lnTo>
                <a:lnTo>
                  <a:pt x="40922" y="98751"/>
                </a:lnTo>
                <a:lnTo>
                  <a:pt x="30445" y="109216"/>
                </a:lnTo>
                <a:lnTo>
                  <a:pt x="30909" y="109681"/>
                </a:lnTo>
                <a:lnTo>
                  <a:pt x="41601" y="98977"/>
                </a:lnTo>
                <a:lnTo>
                  <a:pt x="41149" y="95620"/>
                </a:lnTo>
                <a:lnTo>
                  <a:pt x="45471" y="91309"/>
                </a:lnTo>
                <a:cubicBezTo>
                  <a:pt x="45644" y="91403"/>
                  <a:pt x="45836" y="91451"/>
                  <a:pt x="46028" y="91451"/>
                </a:cubicBezTo>
                <a:cubicBezTo>
                  <a:pt x="46324" y="91451"/>
                  <a:pt x="46621" y="91338"/>
                  <a:pt x="46852" y="91107"/>
                </a:cubicBezTo>
                <a:cubicBezTo>
                  <a:pt x="47304" y="90655"/>
                  <a:pt x="47304" y="89916"/>
                  <a:pt x="46852" y="89452"/>
                </a:cubicBezTo>
                <a:cubicBezTo>
                  <a:pt x="46620" y="89226"/>
                  <a:pt x="46319" y="89113"/>
                  <a:pt x="46020" y="89113"/>
                </a:cubicBezTo>
                <a:close/>
                <a:moveTo>
                  <a:pt x="46995" y="70128"/>
                </a:moveTo>
                <a:cubicBezTo>
                  <a:pt x="46459" y="70128"/>
                  <a:pt x="45947" y="70343"/>
                  <a:pt x="45566" y="70724"/>
                </a:cubicBezTo>
                <a:cubicBezTo>
                  <a:pt x="45197" y="71105"/>
                  <a:pt x="44983" y="71605"/>
                  <a:pt x="44983" y="72140"/>
                </a:cubicBezTo>
                <a:cubicBezTo>
                  <a:pt x="44983" y="72605"/>
                  <a:pt x="45137" y="73033"/>
                  <a:pt x="45411" y="73379"/>
                </a:cubicBezTo>
                <a:lnTo>
                  <a:pt x="27099" y="91702"/>
                </a:lnTo>
                <a:lnTo>
                  <a:pt x="24278" y="91321"/>
                </a:lnTo>
                <a:lnTo>
                  <a:pt x="19265" y="96334"/>
                </a:lnTo>
                <a:lnTo>
                  <a:pt x="19265" y="99299"/>
                </a:lnTo>
                <a:lnTo>
                  <a:pt x="7656" y="110919"/>
                </a:lnTo>
                <a:lnTo>
                  <a:pt x="7656" y="114158"/>
                </a:lnTo>
                <a:lnTo>
                  <a:pt x="1" y="121801"/>
                </a:lnTo>
                <a:lnTo>
                  <a:pt x="453" y="122266"/>
                </a:lnTo>
                <a:lnTo>
                  <a:pt x="8299" y="114419"/>
                </a:lnTo>
                <a:lnTo>
                  <a:pt x="8299" y="111181"/>
                </a:lnTo>
                <a:lnTo>
                  <a:pt x="19920" y="99560"/>
                </a:lnTo>
                <a:lnTo>
                  <a:pt x="19920" y="96596"/>
                </a:lnTo>
                <a:lnTo>
                  <a:pt x="24504" y="92000"/>
                </a:lnTo>
                <a:lnTo>
                  <a:pt x="27326" y="92381"/>
                </a:lnTo>
                <a:lnTo>
                  <a:pt x="45887" y="73819"/>
                </a:lnTo>
                <a:cubicBezTo>
                  <a:pt x="46209" y="74034"/>
                  <a:pt x="46590" y="74153"/>
                  <a:pt x="46995" y="74153"/>
                </a:cubicBezTo>
                <a:cubicBezTo>
                  <a:pt x="47530" y="74153"/>
                  <a:pt x="48042" y="73950"/>
                  <a:pt x="48423" y="73569"/>
                </a:cubicBezTo>
                <a:cubicBezTo>
                  <a:pt x="48793" y="73188"/>
                  <a:pt x="49007" y="72676"/>
                  <a:pt x="49007" y="72140"/>
                </a:cubicBezTo>
                <a:cubicBezTo>
                  <a:pt x="49007" y="71605"/>
                  <a:pt x="48793" y="71093"/>
                  <a:pt x="48412" y="70724"/>
                </a:cubicBezTo>
                <a:cubicBezTo>
                  <a:pt x="48031" y="70343"/>
                  <a:pt x="47530" y="70128"/>
                  <a:pt x="46995" y="70128"/>
                </a:cubicBezTo>
                <a:close/>
                <a:moveTo>
                  <a:pt x="71272" y="86761"/>
                </a:moveTo>
                <a:cubicBezTo>
                  <a:pt x="70736" y="86761"/>
                  <a:pt x="70236" y="86964"/>
                  <a:pt x="69855" y="87345"/>
                </a:cubicBezTo>
                <a:cubicBezTo>
                  <a:pt x="69474" y="87726"/>
                  <a:pt x="69259" y="88238"/>
                  <a:pt x="69259" y="88773"/>
                </a:cubicBezTo>
                <a:cubicBezTo>
                  <a:pt x="69259" y="89190"/>
                  <a:pt x="69390" y="89583"/>
                  <a:pt x="69628" y="89928"/>
                </a:cubicBezTo>
                <a:lnTo>
                  <a:pt x="64961" y="94584"/>
                </a:lnTo>
                <a:lnTo>
                  <a:pt x="65426" y="97941"/>
                </a:lnTo>
                <a:lnTo>
                  <a:pt x="41030" y="122325"/>
                </a:lnTo>
                <a:lnTo>
                  <a:pt x="41494" y="122778"/>
                </a:lnTo>
                <a:lnTo>
                  <a:pt x="66104" y="98167"/>
                </a:lnTo>
                <a:lnTo>
                  <a:pt x="65652" y="94810"/>
                </a:lnTo>
                <a:lnTo>
                  <a:pt x="70081" y="90381"/>
                </a:lnTo>
                <a:cubicBezTo>
                  <a:pt x="70426" y="90643"/>
                  <a:pt x="70831" y="90774"/>
                  <a:pt x="71272" y="90774"/>
                </a:cubicBezTo>
                <a:cubicBezTo>
                  <a:pt x="71807" y="90774"/>
                  <a:pt x="72319" y="90571"/>
                  <a:pt x="72700" y="90190"/>
                </a:cubicBezTo>
                <a:cubicBezTo>
                  <a:pt x="73081" y="89809"/>
                  <a:pt x="73284" y="89297"/>
                  <a:pt x="73284" y="88762"/>
                </a:cubicBezTo>
                <a:cubicBezTo>
                  <a:pt x="73284" y="88226"/>
                  <a:pt x="73069" y="87726"/>
                  <a:pt x="72700" y="87345"/>
                </a:cubicBezTo>
                <a:cubicBezTo>
                  <a:pt x="72319" y="86964"/>
                  <a:pt x="71807" y="86761"/>
                  <a:pt x="71272" y="86761"/>
                </a:cubicBezTo>
                <a:close/>
                <a:moveTo>
                  <a:pt x="58947" y="93780"/>
                </a:moveTo>
                <a:cubicBezTo>
                  <a:pt x="58648" y="93780"/>
                  <a:pt x="58347" y="93893"/>
                  <a:pt x="58115" y="94119"/>
                </a:cubicBezTo>
                <a:cubicBezTo>
                  <a:pt x="57746" y="94500"/>
                  <a:pt x="57686" y="95048"/>
                  <a:pt x="57913" y="95489"/>
                </a:cubicBezTo>
                <a:lnTo>
                  <a:pt x="50602" y="102787"/>
                </a:lnTo>
                <a:lnTo>
                  <a:pt x="47364" y="102787"/>
                </a:lnTo>
                <a:lnTo>
                  <a:pt x="35755" y="114408"/>
                </a:lnTo>
                <a:lnTo>
                  <a:pt x="32779" y="114408"/>
                </a:lnTo>
                <a:lnTo>
                  <a:pt x="27778" y="119408"/>
                </a:lnTo>
                <a:lnTo>
                  <a:pt x="28159" y="122230"/>
                </a:lnTo>
                <a:lnTo>
                  <a:pt x="9609" y="140780"/>
                </a:lnTo>
                <a:lnTo>
                  <a:pt x="10061" y="141244"/>
                </a:lnTo>
                <a:lnTo>
                  <a:pt x="28838" y="122468"/>
                </a:lnTo>
                <a:lnTo>
                  <a:pt x="28457" y="119646"/>
                </a:lnTo>
                <a:lnTo>
                  <a:pt x="33052" y="115050"/>
                </a:lnTo>
                <a:lnTo>
                  <a:pt x="36017" y="115050"/>
                </a:lnTo>
                <a:lnTo>
                  <a:pt x="47638" y="103442"/>
                </a:lnTo>
                <a:lnTo>
                  <a:pt x="50876" y="103442"/>
                </a:lnTo>
                <a:lnTo>
                  <a:pt x="58353" y="95953"/>
                </a:lnTo>
                <a:cubicBezTo>
                  <a:pt x="58539" y="96065"/>
                  <a:pt x="58747" y="96122"/>
                  <a:pt x="58954" y="96122"/>
                </a:cubicBezTo>
                <a:cubicBezTo>
                  <a:pt x="59251" y="96122"/>
                  <a:pt x="59546" y="96006"/>
                  <a:pt x="59770" y="95774"/>
                </a:cubicBezTo>
                <a:cubicBezTo>
                  <a:pt x="60234" y="95322"/>
                  <a:pt x="60234" y="94584"/>
                  <a:pt x="59770" y="94119"/>
                </a:cubicBezTo>
                <a:cubicBezTo>
                  <a:pt x="59544" y="93893"/>
                  <a:pt x="59246" y="93780"/>
                  <a:pt x="58947" y="937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00025" dist="19050" dir="5400000" algn="bl" rotWithShape="0">
              <a:schemeClr val="accent1">
                <a:alpha val="6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8"/>
          <p:cNvSpPr/>
          <p:nvPr/>
        </p:nvSpPr>
        <p:spPr>
          <a:xfrm rot="10800000">
            <a:off x="-1465862" y="161225"/>
            <a:ext cx="4358174" cy="4821045"/>
          </a:xfrm>
          <a:custGeom>
            <a:avLst/>
            <a:gdLst/>
            <a:ahLst/>
            <a:cxnLst/>
            <a:rect l="l" t="t" r="r" b="b"/>
            <a:pathLst>
              <a:path w="127684" h="141245" extrusionOk="0">
                <a:moveTo>
                  <a:pt x="71170" y="25334"/>
                </a:moveTo>
                <a:cubicBezTo>
                  <a:pt x="70870" y="25334"/>
                  <a:pt x="70569" y="25450"/>
                  <a:pt x="70343" y="25682"/>
                </a:cubicBezTo>
                <a:cubicBezTo>
                  <a:pt x="69962" y="26051"/>
                  <a:pt x="69902" y="26623"/>
                  <a:pt x="70152" y="27075"/>
                </a:cubicBezTo>
                <a:lnTo>
                  <a:pt x="61592" y="35648"/>
                </a:lnTo>
                <a:lnTo>
                  <a:pt x="54412" y="34183"/>
                </a:lnTo>
                <a:lnTo>
                  <a:pt x="46233" y="42375"/>
                </a:lnTo>
                <a:cubicBezTo>
                  <a:pt x="46059" y="42281"/>
                  <a:pt x="45865" y="42234"/>
                  <a:pt x="45672" y="42234"/>
                </a:cubicBezTo>
                <a:cubicBezTo>
                  <a:pt x="45373" y="42234"/>
                  <a:pt x="45075" y="42346"/>
                  <a:pt x="44852" y="42577"/>
                </a:cubicBezTo>
                <a:cubicBezTo>
                  <a:pt x="44387" y="43030"/>
                  <a:pt x="44387" y="43768"/>
                  <a:pt x="44852" y="44232"/>
                </a:cubicBezTo>
                <a:cubicBezTo>
                  <a:pt x="45078" y="44458"/>
                  <a:pt x="45375" y="44572"/>
                  <a:pt x="45675" y="44572"/>
                </a:cubicBezTo>
                <a:cubicBezTo>
                  <a:pt x="45974" y="44572"/>
                  <a:pt x="46274" y="44458"/>
                  <a:pt x="46507" y="44232"/>
                </a:cubicBezTo>
                <a:cubicBezTo>
                  <a:pt x="46876" y="43851"/>
                  <a:pt x="46935" y="43280"/>
                  <a:pt x="46697" y="42839"/>
                </a:cubicBezTo>
                <a:lnTo>
                  <a:pt x="54627" y="34886"/>
                </a:lnTo>
                <a:lnTo>
                  <a:pt x="61806" y="36350"/>
                </a:lnTo>
                <a:lnTo>
                  <a:pt x="70605" y="27528"/>
                </a:lnTo>
                <a:cubicBezTo>
                  <a:pt x="70783" y="27627"/>
                  <a:pt x="70980" y="27675"/>
                  <a:pt x="71176" y="27675"/>
                </a:cubicBezTo>
                <a:cubicBezTo>
                  <a:pt x="71477" y="27675"/>
                  <a:pt x="71774" y="27561"/>
                  <a:pt x="71998" y="27337"/>
                </a:cubicBezTo>
                <a:cubicBezTo>
                  <a:pt x="72462" y="26873"/>
                  <a:pt x="72462" y="26135"/>
                  <a:pt x="71998" y="25682"/>
                </a:cubicBezTo>
                <a:cubicBezTo>
                  <a:pt x="71772" y="25450"/>
                  <a:pt x="71471" y="25334"/>
                  <a:pt x="71170" y="25334"/>
                </a:cubicBezTo>
                <a:close/>
                <a:moveTo>
                  <a:pt x="61651" y="46125"/>
                </a:moveTo>
                <a:cubicBezTo>
                  <a:pt x="62008" y="46125"/>
                  <a:pt x="62354" y="46268"/>
                  <a:pt x="62616" y="46530"/>
                </a:cubicBezTo>
                <a:cubicBezTo>
                  <a:pt x="62866" y="46792"/>
                  <a:pt x="63009" y="47125"/>
                  <a:pt x="63009" y="47495"/>
                </a:cubicBezTo>
                <a:cubicBezTo>
                  <a:pt x="63009" y="47864"/>
                  <a:pt x="62866" y="48197"/>
                  <a:pt x="62616" y="48459"/>
                </a:cubicBezTo>
                <a:cubicBezTo>
                  <a:pt x="62354" y="48721"/>
                  <a:pt x="62008" y="48864"/>
                  <a:pt x="61639" y="48864"/>
                </a:cubicBezTo>
                <a:cubicBezTo>
                  <a:pt x="61354" y="48864"/>
                  <a:pt x="61068" y="48769"/>
                  <a:pt x="60842" y="48590"/>
                </a:cubicBezTo>
                <a:lnTo>
                  <a:pt x="60544" y="48304"/>
                </a:lnTo>
                <a:cubicBezTo>
                  <a:pt x="60377" y="48066"/>
                  <a:pt x="60282" y="47792"/>
                  <a:pt x="60282" y="47495"/>
                </a:cubicBezTo>
                <a:cubicBezTo>
                  <a:pt x="60282" y="47125"/>
                  <a:pt x="60425" y="46792"/>
                  <a:pt x="60675" y="46530"/>
                </a:cubicBezTo>
                <a:cubicBezTo>
                  <a:pt x="60937" y="46268"/>
                  <a:pt x="61282" y="46125"/>
                  <a:pt x="61651" y="46125"/>
                </a:cubicBezTo>
                <a:close/>
                <a:moveTo>
                  <a:pt x="29826" y="52614"/>
                </a:moveTo>
                <a:cubicBezTo>
                  <a:pt x="30195" y="52614"/>
                  <a:pt x="30540" y="52757"/>
                  <a:pt x="30790" y="53019"/>
                </a:cubicBezTo>
                <a:cubicBezTo>
                  <a:pt x="31052" y="53281"/>
                  <a:pt x="31195" y="53614"/>
                  <a:pt x="31195" y="53983"/>
                </a:cubicBezTo>
                <a:cubicBezTo>
                  <a:pt x="31195" y="54353"/>
                  <a:pt x="31052" y="54686"/>
                  <a:pt x="30790" y="54948"/>
                </a:cubicBezTo>
                <a:cubicBezTo>
                  <a:pt x="30540" y="55210"/>
                  <a:pt x="30195" y="55353"/>
                  <a:pt x="29826" y="55353"/>
                </a:cubicBezTo>
                <a:cubicBezTo>
                  <a:pt x="29469" y="55353"/>
                  <a:pt x="29123" y="55210"/>
                  <a:pt x="28861" y="54948"/>
                </a:cubicBezTo>
                <a:cubicBezTo>
                  <a:pt x="28611" y="54698"/>
                  <a:pt x="28469" y="54353"/>
                  <a:pt x="28469" y="53983"/>
                </a:cubicBezTo>
                <a:cubicBezTo>
                  <a:pt x="28469" y="53614"/>
                  <a:pt x="28611" y="53281"/>
                  <a:pt x="28861" y="53019"/>
                </a:cubicBezTo>
                <a:cubicBezTo>
                  <a:pt x="29123" y="52757"/>
                  <a:pt x="29469" y="52614"/>
                  <a:pt x="29826" y="52614"/>
                </a:cubicBezTo>
                <a:close/>
                <a:moveTo>
                  <a:pt x="102752" y="1"/>
                </a:moveTo>
                <a:lnTo>
                  <a:pt x="61508" y="41089"/>
                </a:lnTo>
                <a:lnTo>
                  <a:pt x="54900" y="39446"/>
                </a:lnTo>
                <a:lnTo>
                  <a:pt x="38696" y="55686"/>
                </a:lnTo>
                <a:lnTo>
                  <a:pt x="31838" y="54114"/>
                </a:lnTo>
                <a:cubicBezTo>
                  <a:pt x="31838" y="54079"/>
                  <a:pt x="31838" y="54031"/>
                  <a:pt x="31838" y="53983"/>
                </a:cubicBezTo>
                <a:cubicBezTo>
                  <a:pt x="31838" y="53448"/>
                  <a:pt x="31636" y="52936"/>
                  <a:pt x="31255" y="52555"/>
                </a:cubicBezTo>
                <a:cubicBezTo>
                  <a:pt x="30874" y="52186"/>
                  <a:pt x="30362" y="51971"/>
                  <a:pt x="29826" y="51971"/>
                </a:cubicBezTo>
                <a:cubicBezTo>
                  <a:pt x="29290" y="51971"/>
                  <a:pt x="28790" y="52186"/>
                  <a:pt x="28409" y="52555"/>
                </a:cubicBezTo>
                <a:cubicBezTo>
                  <a:pt x="28028" y="52936"/>
                  <a:pt x="27814" y="53448"/>
                  <a:pt x="27814" y="53983"/>
                </a:cubicBezTo>
                <a:cubicBezTo>
                  <a:pt x="27814" y="54519"/>
                  <a:pt x="28028" y="55031"/>
                  <a:pt x="28409" y="55400"/>
                </a:cubicBezTo>
                <a:cubicBezTo>
                  <a:pt x="28790" y="55781"/>
                  <a:pt x="29290" y="55996"/>
                  <a:pt x="29826" y="55996"/>
                </a:cubicBezTo>
                <a:cubicBezTo>
                  <a:pt x="30362" y="55996"/>
                  <a:pt x="30874" y="55781"/>
                  <a:pt x="31255" y="55412"/>
                </a:cubicBezTo>
                <a:cubicBezTo>
                  <a:pt x="31445" y="55222"/>
                  <a:pt x="31588" y="54995"/>
                  <a:pt x="31695" y="54745"/>
                </a:cubicBezTo>
                <a:lnTo>
                  <a:pt x="38898" y="56389"/>
                </a:lnTo>
                <a:lnTo>
                  <a:pt x="55103" y="40172"/>
                </a:lnTo>
                <a:lnTo>
                  <a:pt x="61711" y="41803"/>
                </a:lnTo>
                <a:lnTo>
                  <a:pt x="103204" y="465"/>
                </a:lnTo>
                <a:lnTo>
                  <a:pt x="102752" y="1"/>
                </a:lnTo>
                <a:close/>
                <a:moveTo>
                  <a:pt x="83684" y="39547"/>
                </a:moveTo>
                <a:cubicBezTo>
                  <a:pt x="83383" y="39547"/>
                  <a:pt x="83083" y="39660"/>
                  <a:pt x="82856" y="39886"/>
                </a:cubicBezTo>
                <a:cubicBezTo>
                  <a:pt x="82475" y="40267"/>
                  <a:pt x="82416" y="40839"/>
                  <a:pt x="82666" y="41280"/>
                </a:cubicBezTo>
                <a:lnTo>
                  <a:pt x="68843" y="55115"/>
                </a:lnTo>
                <a:lnTo>
                  <a:pt x="62604" y="57496"/>
                </a:lnTo>
                <a:cubicBezTo>
                  <a:pt x="62556" y="57436"/>
                  <a:pt x="62509" y="57377"/>
                  <a:pt x="62449" y="57317"/>
                </a:cubicBezTo>
                <a:cubicBezTo>
                  <a:pt x="62223" y="57085"/>
                  <a:pt x="61922" y="56969"/>
                  <a:pt x="61621" y="56969"/>
                </a:cubicBezTo>
                <a:cubicBezTo>
                  <a:pt x="61321" y="56969"/>
                  <a:pt x="61020" y="57085"/>
                  <a:pt x="60794" y="57317"/>
                </a:cubicBezTo>
                <a:cubicBezTo>
                  <a:pt x="60342" y="57770"/>
                  <a:pt x="60342" y="58520"/>
                  <a:pt x="60794" y="58972"/>
                </a:cubicBezTo>
                <a:cubicBezTo>
                  <a:pt x="61026" y="59198"/>
                  <a:pt x="61327" y="59311"/>
                  <a:pt x="61626" y="59311"/>
                </a:cubicBezTo>
                <a:cubicBezTo>
                  <a:pt x="61925" y="59311"/>
                  <a:pt x="62223" y="59198"/>
                  <a:pt x="62449" y="58972"/>
                </a:cubicBezTo>
                <a:cubicBezTo>
                  <a:pt x="62687" y="58734"/>
                  <a:pt x="62794" y="58424"/>
                  <a:pt x="62794" y="58127"/>
                </a:cubicBezTo>
                <a:lnTo>
                  <a:pt x="69200" y="55674"/>
                </a:lnTo>
                <a:lnTo>
                  <a:pt x="83118" y="41744"/>
                </a:lnTo>
                <a:cubicBezTo>
                  <a:pt x="83296" y="41838"/>
                  <a:pt x="83491" y="41885"/>
                  <a:pt x="83685" y="41885"/>
                </a:cubicBezTo>
                <a:cubicBezTo>
                  <a:pt x="83984" y="41885"/>
                  <a:pt x="84280" y="41772"/>
                  <a:pt x="84511" y="41541"/>
                </a:cubicBezTo>
                <a:cubicBezTo>
                  <a:pt x="84964" y="41089"/>
                  <a:pt x="84964" y="40351"/>
                  <a:pt x="84511" y="39886"/>
                </a:cubicBezTo>
                <a:cubicBezTo>
                  <a:pt x="84285" y="39660"/>
                  <a:pt x="83984" y="39547"/>
                  <a:pt x="83684" y="39547"/>
                </a:cubicBezTo>
                <a:close/>
                <a:moveTo>
                  <a:pt x="74993" y="61984"/>
                </a:moveTo>
                <a:cubicBezTo>
                  <a:pt x="75345" y="61984"/>
                  <a:pt x="75663" y="62126"/>
                  <a:pt x="75915" y="62377"/>
                </a:cubicBezTo>
                <a:cubicBezTo>
                  <a:pt x="76451" y="62913"/>
                  <a:pt x="76451" y="63770"/>
                  <a:pt x="75915" y="64306"/>
                </a:cubicBezTo>
                <a:cubicBezTo>
                  <a:pt x="75653" y="64568"/>
                  <a:pt x="75320" y="64711"/>
                  <a:pt x="74951" y="64711"/>
                </a:cubicBezTo>
                <a:cubicBezTo>
                  <a:pt x="74581" y="64711"/>
                  <a:pt x="74236" y="64568"/>
                  <a:pt x="73986" y="64306"/>
                </a:cubicBezTo>
                <a:cubicBezTo>
                  <a:pt x="73724" y="64056"/>
                  <a:pt x="73581" y="63711"/>
                  <a:pt x="73581" y="63342"/>
                </a:cubicBezTo>
                <a:cubicBezTo>
                  <a:pt x="73581" y="62985"/>
                  <a:pt x="73724" y="62639"/>
                  <a:pt x="73986" y="62377"/>
                </a:cubicBezTo>
                <a:cubicBezTo>
                  <a:pt x="74236" y="62127"/>
                  <a:pt x="74581" y="61984"/>
                  <a:pt x="74951" y="61984"/>
                </a:cubicBezTo>
                <a:cubicBezTo>
                  <a:pt x="74965" y="61984"/>
                  <a:pt x="74979" y="61984"/>
                  <a:pt x="74993" y="61984"/>
                </a:cubicBezTo>
                <a:close/>
                <a:moveTo>
                  <a:pt x="100513" y="20063"/>
                </a:moveTo>
                <a:lnTo>
                  <a:pt x="89167" y="31433"/>
                </a:lnTo>
                <a:lnTo>
                  <a:pt x="88893" y="39696"/>
                </a:lnTo>
                <a:lnTo>
                  <a:pt x="74736" y="53876"/>
                </a:lnTo>
                <a:lnTo>
                  <a:pt x="74736" y="61342"/>
                </a:lnTo>
                <a:cubicBezTo>
                  <a:pt x="74284" y="61389"/>
                  <a:pt x="73855" y="61592"/>
                  <a:pt x="73522" y="61925"/>
                </a:cubicBezTo>
                <a:cubicBezTo>
                  <a:pt x="73153" y="62306"/>
                  <a:pt x="72938" y="62806"/>
                  <a:pt x="72938" y="63342"/>
                </a:cubicBezTo>
                <a:cubicBezTo>
                  <a:pt x="72938" y="63878"/>
                  <a:pt x="73153" y="64390"/>
                  <a:pt x="73534" y="64771"/>
                </a:cubicBezTo>
                <a:cubicBezTo>
                  <a:pt x="73903" y="65140"/>
                  <a:pt x="74415" y="65354"/>
                  <a:pt x="74951" y="65354"/>
                </a:cubicBezTo>
                <a:cubicBezTo>
                  <a:pt x="75486" y="65354"/>
                  <a:pt x="75986" y="65140"/>
                  <a:pt x="76367" y="64759"/>
                </a:cubicBezTo>
                <a:cubicBezTo>
                  <a:pt x="77153" y="63973"/>
                  <a:pt x="77153" y="62699"/>
                  <a:pt x="76367" y="61913"/>
                </a:cubicBezTo>
                <a:cubicBezTo>
                  <a:pt x="76094" y="61639"/>
                  <a:pt x="75760" y="61461"/>
                  <a:pt x="75391" y="61377"/>
                </a:cubicBezTo>
                <a:lnTo>
                  <a:pt x="75379" y="54150"/>
                </a:lnTo>
                <a:lnTo>
                  <a:pt x="89536" y="39970"/>
                </a:lnTo>
                <a:lnTo>
                  <a:pt x="89798" y="31707"/>
                </a:lnTo>
                <a:lnTo>
                  <a:pt x="100978" y="20527"/>
                </a:lnTo>
                <a:lnTo>
                  <a:pt x="100513" y="20063"/>
                </a:lnTo>
                <a:close/>
                <a:moveTo>
                  <a:pt x="62639" y="65997"/>
                </a:moveTo>
                <a:cubicBezTo>
                  <a:pt x="61485" y="65997"/>
                  <a:pt x="60556" y="66937"/>
                  <a:pt x="60556" y="68092"/>
                </a:cubicBezTo>
                <a:cubicBezTo>
                  <a:pt x="60556" y="69247"/>
                  <a:pt x="61485" y="70176"/>
                  <a:pt x="62639" y="70176"/>
                </a:cubicBezTo>
                <a:cubicBezTo>
                  <a:pt x="63794" y="70176"/>
                  <a:pt x="64723" y="69247"/>
                  <a:pt x="64723" y="68092"/>
                </a:cubicBezTo>
                <a:cubicBezTo>
                  <a:pt x="64723" y="66937"/>
                  <a:pt x="63794" y="65997"/>
                  <a:pt x="62639" y="65997"/>
                </a:cubicBezTo>
                <a:close/>
                <a:moveTo>
                  <a:pt x="62639" y="64294"/>
                </a:moveTo>
                <a:cubicBezTo>
                  <a:pt x="64735" y="64294"/>
                  <a:pt x="66438" y="65997"/>
                  <a:pt x="66438" y="68092"/>
                </a:cubicBezTo>
                <a:cubicBezTo>
                  <a:pt x="66438" y="70188"/>
                  <a:pt x="64735" y="71890"/>
                  <a:pt x="62639" y="71890"/>
                </a:cubicBezTo>
                <a:cubicBezTo>
                  <a:pt x="60544" y="71890"/>
                  <a:pt x="58841" y="70188"/>
                  <a:pt x="58841" y="68092"/>
                </a:cubicBezTo>
                <a:cubicBezTo>
                  <a:pt x="58841" y="65997"/>
                  <a:pt x="60544" y="64294"/>
                  <a:pt x="62639" y="64294"/>
                </a:cubicBezTo>
                <a:close/>
                <a:moveTo>
                  <a:pt x="62639" y="63651"/>
                </a:moveTo>
                <a:cubicBezTo>
                  <a:pt x="60187" y="63651"/>
                  <a:pt x="58198" y="65640"/>
                  <a:pt x="58198" y="68092"/>
                </a:cubicBezTo>
                <a:cubicBezTo>
                  <a:pt x="58198" y="70545"/>
                  <a:pt x="60187" y="72533"/>
                  <a:pt x="62639" y="72533"/>
                </a:cubicBezTo>
                <a:cubicBezTo>
                  <a:pt x="65092" y="72533"/>
                  <a:pt x="67081" y="70545"/>
                  <a:pt x="67081" y="68092"/>
                </a:cubicBezTo>
                <a:cubicBezTo>
                  <a:pt x="67081" y="65640"/>
                  <a:pt x="65092" y="63651"/>
                  <a:pt x="62639" y="63651"/>
                </a:cubicBezTo>
                <a:close/>
                <a:moveTo>
                  <a:pt x="46995" y="70783"/>
                </a:moveTo>
                <a:cubicBezTo>
                  <a:pt x="47364" y="70783"/>
                  <a:pt x="47697" y="70926"/>
                  <a:pt x="47959" y="71176"/>
                </a:cubicBezTo>
                <a:cubicBezTo>
                  <a:pt x="48221" y="71438"/>
                  <a:pt x="48364" y="71783"/>
                  <a:pt x="48364" y="72140"/>
                </a:cubicBezTo>
                <a:cubicBezTo>
                  <a:pt x="48364" y="72510"/>
                  <a:pt x="48221" y="72855"/>
                  <a:pt x="47959" y="73105"/>
                </a:cubicBezTo>
                <a:cubicBezTo>
                  <a:pt x="47697" y="73367"/>
                  <a:pt x="47364" y="73510"/>
                  <a:pt x="46995" y="73510"/>
                </a:cubicBezTo>
                <a:cubicBezTo>
                  <a:pt x="46626" y="73510"/>
                  <a:pt x="46292" y="73367"/>
                  <a:pt x="46030" y="73117"/>
                </a:cubicBezTo>
                <a:cubicBezTo>
                  <a:pt x="45768" y="72855"/>
                  <a:pt x="45625" y="72510"/>
                  <a:pt x="45625" y="72152"/>
                </a:cubicBezTo>
                <a:cubicBezTo>
                  <a:pt x="45625" y="71783"/>
                  <a:pt x="45768" y="71438"/>
                  <a:pt x="46030" y="71176"/>
                </a:cubicBezTo>
                <a:cubicBezTo>
                  <a:pt x="46280" y="70926"/>
                  <a:pt x="46626" y="70783"/>
                  <a:pt x="46995" y="70783"/>
                </a:cubicBezTo>
                <a:close/>
                <a:moveTo>
                  <a:pt x="62639" y="62604"/>
                </a:moveTo>
                <a:cubicBezTo>
                  <a:pt x="65664" y="62604"/>
                  <a:pt x="68128" y="65068"/>
                  <a:pt x="68128" y="68092"/>
                </a:cubicBezTo>
                <a:cubicBezTo>
                  <a:pt x="68128" y="71128"/>
                  <a:pt x="65664" y="73581"/>
                  <a:pt x="62639" y="73581"/>
                </a:cubicBezTo>
                <a:cubicBezTo>
                  <a:pt x="59615" y="73581"/>
                  <a:pt x="57151" y="71117"/>
                  <a:pt x="57151" y="68092"/>
                </a:cubicBezTo>
                <a:cubicBezTo>
                  <a:pt x="57151" y="65068"/>
                  <a:pt x="59615" y="62604"/>
                  <a:pt x="62639" y="62604"/>
                </a:cubicBezTo>
                <a:close/>
                <a:moveTo>
                  <a:pt x="62639" y="61949"/>
                </a:moveTo>
                <a:cubicBezTo>
                  <a:pt x="59258" y="61949"/>
                  <a:pt x="56496" y="64711"/>
                  <a:pt x="56496" y="68092"/>
                </a:cubicBezTo>
                <a:cubicBezTo>
                  <a:pt x="56496" y="71474"/>
                  <a:pt x="59258" y="74236"/>
                  <a:pt x="62639" y="74236"/>
                </a:cubicBezTo>
                <a:cubicBezTo>
                  <a:pt x="66021" y="74236"/>
                  <a:pt x="68783" y="71474"/>
                  <a:pt x="68783" y="68092"/>
                </a:cubicBezTo>
                <a:cubicBezTo>
                  <a:pt x="68783" y="64711"/>
                  <a:pt x="66021" y="61949"/>
                  <a:pt x="62639" y="61949"/>
                </a:cubicBezTo>
                <a:close/>
                <a:moveTo>
                  <a:pt x="127231" y="31362"/>
                </a:moveTo>
                <a:lnTo>
                  <a:pt x="108455" y="50138"/>
                </a:lnTo>
                <a:lnTo>
                  <a:pt x="108836" y="52960"/>
                </a:lnTo>
                <a:lnTo>
                  <a:pt x="104240" y="57543"/>
                </a:lnTo>
                <a:lnTo>
                  <a:pt x="101275" y="57543"/>
                </a:lnTo>
                <a:lnTo>
                  <a:pt x="89655" y="69164"/>
                </a:lnTo>
                <a:lnTo>
                  <a:pt x="86416" y="69164"/>
                </a:lnTo>
                <a:lnTo>
                  <a:pt x="78939" y="76641"/>
                </a:lnTo>
                <a:cubicBezTo>
                  <a:pt x="78755" y="76534"/>
                  <a:pt x="78549" y="76481"/>
                  <a:pt x="78343" y="76481"/>
                </a:cubicBezTo>
                <a:cubicBezTo>
                  <a:pt x="78043" y="76481"/>
                  <a:pt x="77743" y="76594"/>
                  <a:pt x="77510" y="76820"/>
                </a:cubicBezTo>
                <a:cubicBezTo>
                  <a:pt x="77058" y="77284"/>
                  <a:pt x="77058" y="78022"/>
                  <a:pt x="77522" y="78475"/>
                </a:cubicBezTo>
                <a:cubicBezTo>
                  <a:pt x="77749" y="78707"/>
                  <a:pt x="78046" y="78823"/>
                  <a:pt x="78345" y="78823"/>
                </a:cubicBezTo>
                <a:cubicBezTo>
                  <a:pt x="78644" y="78823"/>
                  <a:pt x="78945" y="78707"/>
                  <a:pt x="79177" y="78475"/>
                </a:cubicBezTo>
                <a:cubicBezTo>
                  <a:pt x="79546" y="78105"/>
                  <a:pt x="79606" y="77558"/>
                  <a:pt x="79380" y="77117"/>
                </a:cubicBezTo>
                <a:lnTo>
                  <a:pt x="86690" y="69807"/>
                </a:lnTo>
                <a:lnTo>
                  <a:pt x="89929" y="69807"/>
                </a:lnTo>
                <a:lnTo>
                  <a:pt x="101537" y="58198"/>
                </a:lnTo>
                <a:lnTo>
                  <a:pt x="104514" y="58198"/>
                </a:lnTo>
                <a:lnTo>
                  <a:pt x="109514" y="53186"/>
                </a:lnTo>
                <a:lnTo>
                  <a:pt x="109133" y="50364"/>
                </a:lnTo>
                <a:lnTo>
                  <a:pt x="127683" y="31814"/>
                </a:lnTo>
                <a:lnTo>
                  <a:pt x="127231" y="31362"/>
                </a:lnTo>
                <a:close/>
                <a:moveTo>
                  <a:pt x="54924" y="76581"/>
                </a:moveTo>
                <a:lnTo>
                  <a:pt x="54924" y="78915"/>
                </a:lnTo>
                <a:lnTo>
                  <a:pt x="57270" y="78915"/>
                </a:lnTo>
                <a:lnTo>
                  <a:pt x="57270" y="76581"/>
                </a:lnTo>
                <a:close/>
                <a:moveTo>
                  <a:pt x="59127" y="76581"/>
                </a:moveTo>
                <a:lnTo>
                  <a:pt x="59127" y="78915"/>
                </a:lnTo>
                <a:lnTo>
                  <a:pt x="61473" y="78915"/>
                </a:lnTo>
                <a:lnTo>
                  <a:pt x="61473" y="76581"/>
                </a:lnTo>
                <a:close/>
                <a:moveTo>
                  <a:pt x="68295" y="76748"/>
                </a:moveTo>
                <a:cubicBezTo>
                  <a:pt x="68664" y="76748"/>
                  <a:pt x="68997" y="76891"/>
                  <a:pt x="69259" y="77141"/>
                </a:cubicBezTo>
                <a:cubicBezTo>
                  <a:pt x="69521" y="77403"/>
                  <a:pt x="69664" y="77748"/>
                  <a:pt x="69664" y="78105"/>
                </a:cubicBezTo>
                <a:cubicBezTo>
                  <a:pt x="69664" y="78475"/>
                  <a:pt x="69521" y="78820"/>
                  <a:pt x="69259" y="79082"/>
                </a:cubicBezTo>
                <a:cubicBezTo>
                  <a:pt x="69009" y="79332"/>
                  <a:pt x="68664" y="79475"/>
                  <a:pt x="68295" y="79475"/>
                </a:cubicBezTo>
                <a:cubicBezTo>
                  <a:pt x="67926" y="79475"/>
                  <a:pt x="67592" y="79332"/>
                  <a:pt x="67331" y="79082"/>
                </a:cubicBezTo>
                <a:cubicBezTo>
                  <a:pt x="66795" y="78546"/>
                  <a:pt x="66795" y="77677"/>
                  <a:pt x="67331" y="77141"/>
                </a:cubicBezTo>
                <a:cubicBezTo>
                  <a:pt x="67581" y="76891"/>
                  <a:pt x="67926" y="76748"/>
                  <a:pt x="68295" y="76748"/>
                </a:cubicBezTo>
                <a:close/>
                <a:moveTo>
                  <a:pt x="106347" y="23599"/>
                </a:moveTo>
                <a:lnTo>
                  <a:pt x="94989" y="34969"/>
                </a:lnTo>
                <a:lnTo>
                  <a:pt x="94727" y="43232"/>
                </a:lnTo>
                <a:lnTo>
                  <a:pt x="80570" y="57412"/>
                </a:lnTo>
                <a:lnTo>
                  <a:pt x="80570" y="65032"/>
                </a:lnTo>
                <a:lnTo>
                  <a:pt x="69271" y="76355"/>
                </a:lnTo>
                <a:cubicBezTo>
                  <a:pt x="68974" y="76189"/>
                  <a:pt x="68640" y="76093"/>
                  <a:pt x="68295" y="76093"/>
                </a:cubicBezTo>
                <a:cubicBezTo>
                  <a:pt x="67759" y="76093"/>
                  <a:pt x="67247" y="76308"/>
                  <a:pt x="66866" y="76689"/>
                </a:cubicBezTo>
                <a:cubicBezTo>
                  <a:pt x="66092" y="77474"/>
                  <a:pt x="66092" y="78748"/>
                  <a:pt x="66878" y="79534"/>
                </a:cubicBezTo>
                <a:cubicBezTo>
                  <a:pt x="67259" y="79915"/>
                  <a:pt x="67759" y="80118"/>
                  <a:pt x="68295" y="80118"/>
                </a:cubicBezTo>
                <a:cubicBezTo>
                  <a:pt x="68831" y="80118"/>
                  <a:pt x="69343" y="79915"/>
                  <a:pt x="69724" y="79534"/>
                </a:cubicBezTo>
                <a:cubicBezTo>
                  <a:pt x="70105" y="79153"/>
                  <a:pt x="70307" y="78641"/>
                  <a:pt x="70307" y="78105"/>
                </a:cubicBezTo>
                <a:cubicBezTo>
                  <a:pt x="70307" y="77605"/>
                  <a:pt x="70117" y="77129"/>
                  <a:pt x="69783" y="76748"/>
                </a:cubicBezTo>
                <a:lnTo>
                  <a:pt x="81225" y="65294"/>
                </a:lnTo>
                <a:lnTo>
                  <a:pt x="81213" y="57686"/>
                </a:lnTo>
                <a:lnTo>
                  <a:pt x="95370" y="43506"/>
                </a:lnTo>
                <a:lnTo>
                  <a:pt x="95632" y="35243"/>
                </a:lnTo>
                <a:lnTo>
                  <a:pt x="106812" y="24063"/>
                </a:lnTo>
                <a:lnTo>
                  <a:pt x="106347" y="23599"/>
                </a:lnTo>
                <a:close/>
                <a:moveTo>
                  <a:pt x="54924" y="80487"/>
                </a:moveTo>
                <a:lnTo>
                  <a:pt x="54924" y="82820"/>
                </a:lnTo>
                <a:lnTo>
                  <a:pt x="57270" y="82820"/>
                </a:lnTo>
                <a:lnTo>
                  <a:pt x="57270" y="80487"/>
                </a:lnTo>
                <a:close/>
                <a:moveTo>
                  <a:pt x="59127" y="80487"/>
                </a:moveTo>
                <a:lnTo>
                  <a:pt x="59127" y="82820"/>
                </a:lnTo>
                <a:lnTo>
                  <a:pt x="61473" y="82820"/>
                </a:lnTo>
                <a:lnTo>
                  <a:pt x="61473" y="80487"/>
                </a:lnTo>
                <a:close/>
                <a:moveTo>
                  <a:pt x="54924" y="84392"/>
                </a:moveTo>
                <a:lnTo>
                  <a:pt x="54924" y="86726"/>
                </a:lnTo>
                <a:lnTo>
                  <a:pt x="57270" y="86726"/>
                </a:lnTo>
                <a:lnTo>
                  <a:pt x="57270" y="84392"/>
                </a:lnTo>
                <a:close/>
                <a:moveTo>
                  <a:pt x="71272" y="87404"/>
                </a:moveTo>
                <a:cubicBezTo>
                  <a:pt x="71641" y="87404"/>
                  <a:pt x="71974" y="87547"/>
                  <a:pt x="72236" y="87797"/>
                </a:cubicBezTo>
                <a:cubicBezTo>
                  <a:pt x="72498" y="88059"/>
                  <a:pt x="72641" y="88404"/>
                  <a:pt x="72641" y="88762"/>
                </a:cubicBezTo>
                <a:cubicBezTo>
                  <a:pt x="72641" y="89131"/>
                  <a:pt x="72498" y="89476"/>
                  <a:pt x="72236" y="89738"/>
                </a:cubicBezTo>
                <a:cubicBezTo>
                  <a:pt x="71974" y="89988"/>
                  <a:pt x="71641" y="90131"/>
                  <a:pt x="71272" y="90131"/>
                </a:cubicBezTo>
                <a:cubicBezTo>
                  <a:pt x="70902" y="90131"/>
                  <a:pt x="70569" y="89988"/>
                  <a:pt x="70307" y="89738"/>
                </a:cubicBezTo>
                <a:cubicBezTo>
                  <a:pt x="70045" y="89476"/>
                  <a:pt x="69902" y="89131"/>
                  <a:pt x="69902" y="88773"/>
                </a:cubicBezTo>
                <a:cubicBezTo>
                  <a:pt x="69902" y="88404"/>
                  <a:pt x="70045" y="88059"/>
                  <a:pt x="70307" y="87809"/>
                </a:cubicBezTo>
                <a:cubicBezTo>
                  <a:pt x="70569" y="87547"/>
                  <a:pt x="70902" y="87404"/>
                  <a:pt x="71272" y="87404"/>
                </a:cubicBezTo>
                <a:close/>
                <a:moveTo>
                  <a:pt x="54924" y="88285"/>
                </a:moveTo>
                <a:lnTo>
                  <a:pt x="54924" y="90631"/>
                </a:lnTo>
                <a:lnTo>
                  <a:pt x="57270" y="90631"/>
                </a:lnTo>
                <a:lnTo>
                  <a:pt x="57270" y="88285"/>
                </a:lnTo>
                <a:close/>
                <a:moveTo>
                  <a:pt x="61651" y="45482"/>
                </a:moveTo>
                <a:cubicBezTo>
                  <a:pt x="61115" y="45482"/>
                  <a:pt x="60604" y="45685"/>
                  <a:pt x="60223" y="46066"/>
                </a:cubicBezTo>
                <a:cubicBezTo>
                  <a:pt x="59842" y="46447"/>
                  <a:pt x="59639" y="46959"/>
                  <a:pt x="59639" y="47495"/>
                </a:cubicBezTo>
                <a:cubicBezTo>
                  <a:pt x="59639" y="47935"/>
                  <a:pt x="59782" y="48364"/>
                  <a:pt x="60044" y="48709"/>
                </a:cubicBezTo>
                <a:lnTo>
                  <a:pt x="56472" y="52293"/>
                </a:lnTo>
                <a:lnTo>
                  <a:pt x="50948" y="53174"/>
                </a:lnTo>
                <a:lnTo>
                  <a:pt x="47816" y="56293"/>
                </a:lnTo>
                <a:lnTo>
                  <a:pt x="47328" y="61437"/>
                </a:lnTo>
                <a:lnTo>
                  <a:pt x="12371" y="96393"/>
                </a:lnTo>
                <a:lnTo>
                  <a:pt x="12824" y="96858"/>
                </a:lnTo>
                <a:lnTo>
                  <a:pt x="47947" y="61734"/>
                </a:lnTo>
                <a:lnTo>
                  <a:pt x="48435" y="56591"/>
                </a:lnTo>
                <a:lnTo>
                  <a:pt x="51257" y="53781"/>
                </a:lnTo>
                <a:lnTo>
                  <a:pt x="56770" y="52900"/>
                </a:lnTo>
                <a:lnTo>
                  <a:pt x="60520" y="49161"/>
                </a:lnTo>
                <a:cubicBezTo>
                  <a:pt x="60842" y="49388"/>
                  <a:pt x="61235" y="49507"/>
                  <a:pt x="61651" y="49507"/>
                </a:cubicBezTo>
                <a:cubicBezTo>
                  <a:pt x="62187" y="49507"/>
                  <a:pt x="62687" y="49292"/>
                  <a:pt x="63068" y="48911"/>
                </a:cubicBezTo>
                <a:cubicBezTo>
                  <a:pt x="63449" y="48530"/>
                  <a:pt x="63663" y="48030"/>
                  <a:pt x="63663" y="47495"/>
                </a:cubicBezTo>
                <a:cubicBezTo>
                  <a:pt x="63663" y="46959"/>
                  <a:pt x="63449" y="46447"/>
                  <a:pt x="63068" y="46066"/>
                </a:cubicBezTo>
                <a:cubicBezTo>
                  <a:pt x="62687" y="45685"/>
                  <a:pt x="62187" y="45482"/>
                  <a:pt x="61651" y="45482"/>
                </a:cubicBezTo>
                <a:close/>
                <a:moveTo>
                  <a:pt x="69807" y="103120"/>
                </a:moveTo>
                <a:cubicBezTo>
                  <a:pt x="70105" y="103120"/>
                  <a:pt x="70379" y="103228"/>
                  <a:pt x="70617" y="103394"/>
                </a:cubicBezTo>
                <a:lnTo>
                  <a:pt x="70902" y="103680"/>
                </a:lnTo>
                <a:cubicBezTo>
                  <a:pt x="71081" y="103918"/>
                  <a:pt x="71176" y="104192"/>
                  <a:pt x="71176" y="104490"/>
                </a:cubicBezTo>
                <a:cubicBezTo>
                  <a:pt x="71176" y="104859"/>
                  <a:pt x="71033" y="105204"/>
                  <a:pt x="70771" y="105454"/>
                </a:cubicBezTo>
                <a:cubicBezTo>
                  <a:pt x="70521" y="105716"/>
                  <a:pt x="70176" y="105859"/>
                  <a:pt x="69807" y="105859"/>
                </a:cubicBezTo>
                <a:cubicBezTo>
                  <a:pt x="69450" y="105859"/>
                  <a:pt x="69105" y="105716"/>
                  <a:pt x="68843" y="105454"/>
                </a:cubicBezTo>
                <a:cubicBezTo>
                  <a:pt x="68593" y="105204"/>
                  <a:pt x="68450" y="104859"/>
                  <a:pt x="68450" y="104490"/>
                </a:cubicBezTo>
                <a:cubicBezTo>
                  <a:pt x="68450" y="104132"/>
                  <a:pt x="68593" y="103787"/>
                  <a:pt x="68843" y="103525"/>
                </a:cubicBezTo>
                <a:cubicBezTo>
                  <a:pt x="69105" y="103263"/>
                  <a:pt x="69450" y="103120"/>
                  <a:pt x="69807" y="103120"/>
                </a:cubicBezTo>
                <a:close/>
                <a:moveTo>
                  <a:pt x="118635" y="55126"/>
                </a:moveTo>
                <a:lnTo>
                  <a:pt x="83511" y="90250"/>
                </a:lnTo>
                <a:lnTo>
                  <a:pt x="83023" y="95393"/>
                </a:lnTo>
                <a:lnTo>
                  <a:pt x="80201" y="98203"/>
                </a:lnTo>
                <a:lnTo>
                  <a:pt x="74677" y="99084"/>
                </a:lnTo>
                <a:lnTo>
                  <a:pt x="70938" y="102823"/>
                </a:lnTo>
                <a:cubicBezTo>
                  <a:pt x="70605" y="102597"/>
                  <a:pt x="70224" y="102478"/>
                  <a:pt x="69807" y="102478"/>
                </a:cubicBezTo>
                <a:cubicBezTo>
                  <a:pt x="69271" y="102478"/>
                  <a:pt x="68771" y="102692"/>
                  <a:pt x="68390" y="103073"/>
                </a:cubicBezTo>
                <a:cubicBezTo>
                  <a:pt x="68009" y="103442"/>
                  <a:pt x="67795" y="103954"/>
                  <a:pt x="67795" y="104490"/>
                </a:cubicBezTo>
                <a:cubicBezTo>
                  <a:pt x="67795" y="105025"/>
                  <a:pt x="68009" y="105537"/>
                  <a:pt x="68390" y="105907"/>
                </a:cubicBezTo>
                <a:cubicBezTo>
                  <a:pt x="68771" y="106288"/>
                  <a:pt x="69271" y="106502"/>
                  <a:pt x="69807" y="106502"/>
                </a:cubicBezTo>
                <a:cubicBezTo>
                  <a:pt x="70355" y="106502"/>
                  <a:pt x="70855" y="106288"/>
                  <a:pt x="71236" y="105907"/>
                </a:cubicBezTo>
                <a:cubicBezTo>
                  <a:pt x="71617" y="105526"/>
                  <a:pt x="71819" y="105025"/>
                  <a:pt x="71819" y="104490"/>
                </a:cubicBezTo>
                <a:cubicBezTo>
                  <a:pt x="71819" y="104037"/>
                  <a:pt x="71676" y="103621"/>
                  <a:pt x="71402" y="103263"/>
                </a:cubicBezTo>
                <a:lnTo>
                  <a:pt x="74986" y="99691"/>
                </a:lnTo>
                <a:lnTo>
                  <a:pt x="80511" y="98810"/>
                </a:lnTo>
                <a:lnTo>
                  <a:pt x="83642" y="95679"/>
                </a:lnTo>
                <a:lnTo>
                  <a:pt x="84130" y="90547"/>
                </a:lnTo>
                <a:lnTo>
                  <a:pt x="119087" y="55591"/>
                </a:lnTo>
                <a:lnTo>
                  <a:pt x="118635" y="55126"/>
                </a:lnTo>
                <a:close/>
                <a:moveTo>
                  <a:pt x="46020" y="89113"/>
                </a:moveTo>
                <a:cubicBezTo>
                  <a:pt x="45721" y="89113"/>
                  <a:pt x="45423" y="89226"/>
                  <a:pt x="45197" y="89452"/>
                </a:cubicBezTo>
                <a:cubicBezTo>
                  <a:pt x="44816" y="89833"/>
                  <a:pt x="44756" y="90405"/>
                  <a:pt x="45006" y="90857"/>
                </a:cubicBezTo>
                <a:lnTo>
                  <a:pt x="40470" y="95393"/>
                </a:lnTo>
                <a:lnTo>
                  <a:pt x="40922" y="98751"/>
                </a:lnTo>
                <a:lnTo>
                  <a:pt x="30445" y="109216"/>
                </a:lnTo>
                <a:lnTo>
                  <a:pt x="30909" y="109681"/>
                </a:lnTo>
                <a:lnTo>
                  <a:pt x="41601" y="98977"/>
                </a:lnTo>
                <a:lnTo>
                  <a:pt x="41149" y="95620"/>
                </a:lnTo>
                <a:lnTo>
                  <a:pt x="45471" y="91309"/>
                </a:lnTo>
                <a:cubicBezTo>
                  <a:pt x="45644" y="91403"/>
                  <a:pt x="45836" y="91451"/>
                  <a:pt x="46028" y="91451"/>
                </a:cubicBezTo>
                <a:cubicBezTo>
                  <a:pt x="46324" y="91451"/>
                  <a:pt x="46621" y="91338"/>
                  <a:pt x="46852" y="91107"/>
                </a:cubicBezTo>
                <a:cubicBezTo>
                  <a:pt x="47304" y="90655"/>
                  <a:pt x="47304" y="89916"/>
                  <a:pt x="46852" y="89452"/>
                </a:cubicBezTo>
                <a:cubicBezTo>
                  <a:pt x="46620" y="89226"/>
                  <a:pt x="46319" y="89113"/>
                  <a:pt x="46020" y="89113"/>
                </a:cubicBezTo>
                <a:close/>
                <a:moveTo>
                  <a:pt x="46995" y="70128"/>
                </a:moveTo>
                <a:cubicBezTo>
                  <a:pt x="46459" y="70128"/>
                  <a:pt x="45947" y="70343"/>
                  <a:pt x="45566" y="70724"/>
                </a:cubicBezTo>
                <a:cubicBezTo>
                  <a:pt x="45197" y="71105"/>
                  <a:pt x="44983" y="71605"/>
                  <a:pt x="44983" y="72140"/>
                </a:cubicBezTo>
                <a:cubicBezTo>
                  <a:pt x="44983" y="72605"/>
                  <a:pt x="45137" y="73033"/>
                  <a:pt x="45411" y="73379"/>
                </a:cubicBezTo>
                <a:lnTo>
                  <a:pt x="27099" y="91702"/>
                </a:lnTo>
                <a:lnTo>
                  <a:pt x="24278" y="91321"/>
                </a:lnTo>
                <a:lnTo>
                  <a:pt x="19265" y="96334"/>
                </a:lnTo>
                <a:lnTo>
                  <a:pt x="19265" y="99299"/>
                </a:lnTo>
                <a:lnTo>
                  <a:pt x="7656" y="110919"/>
                </a:lnTo>
                <a:lnTo>
                  <a:pt x="7656" y="114158"/>
                </a:lnTo>
                <a:lnTo>
                  <a:pt x="1" y="121801"/>
                </a:lnTo>
                <a:lnTo>
                  <a:pt x="453" y="122266"/>
                </a:lnTo>
                <a:lnTo>
                  <a:pt x="8299" y="114419"/>
                </a:lnTo>
                <a:lnTo>
                  <a:pt x="8299" y="111181"/>
                </a:lnTo>
                <a:lnTo>
                  <a:pt x="19920" y="99560"/>
                </a:lnTo>
                <a:lnTo>
                  <a:pt x="19920" y="96596"/>
                </a:lnTo>
                <a:lnTo>
                  <a:pt x="24504" y="92000"/>
                </a:lnTo>
                <a:lnTo>
                  <a:pt x="27326" y="92381"/>
                </a:lnTo>
                <a:lnTo>
                  <a:pt x="45887" y="73819"/>
                </a:lnTo>
                <a:cubicBezTo>
                  <a:pt x="46209" y="74034"/>
                  <a:pt x="46590" y="74153"/>
                  <a:pt x="46995" y="74153"/>
                </a:cubicBezTo>
                <a:cubicBezTo>
                  <a:pt x="47530" y="74153"/>
                  <a:pt x="48042" y="73950"/>
                  <a:pt x="48423" y="73569"/>
                </a:cubicBezTo>
                <a:cubicBezTo>
                  <a:pt x="48793" y="73188"/>
                  <a:pt x="49007" y="72676"/>
                  <a:pt x="49007" y="72140"/>
                </a:cubicBezTo>
                <a:cubicBezTo>
                  <a:pt x="49007" y="71605"/>
                  <a:pt x="48793" y="71093"/>
                  <a:pt x="48412" y="70724"/>
                </a:cubicBezTo>
                <a:cubicBezTo>
                  <a:pt x="48031" y="70343"/>
                  <a:pt x="47530" y="70128"/>
                  <a:pt x="46995" y="70128"/>
                </a:cubicBezTo>
                <a:close/>
                <a:moveTo>
                  <a:pt x="71272" y="86761"/>
                </a:moveTo>
                <a:cubicBezTo>
                  <a:pt x="70736" y="86761"/>
                  <a:pt x="70236" y="86964"/>
                  <a:pt x="69855" y="87345"/>
                </a:cubicBezTo>
                <a:cubicBezTo>
                  <a:pt x="69474" y="87726"/>
                  <a:pt x="69259" y="88238"/>
                  <a:pt x="69259" y="88773"/>
                </a:cubicBezTo>
                <a:cubicBezTo>
                  <a:pt x="69259" y="89190"/>
                  <a:pt x="69390" y="89583"/>
                  <a:pt x="69628" y="89928"/>
                </a:cubicBezTo>
                <a:lnTo>
                  <a:pt x="64961" y="94584"/>
                </a:lnTo>
                <a:lnTo>
                  <a:pt x="65426" y="97941"/>
                </a:lnTo>
                <a:lnTo>
                  <a:pt x="41030" y="122325"/>
                </a:lnTo>
                <a:lnTo>
                  <a:pt x="41494" y="122778"/>
                </a:lnTo>
                <a:lnTo>
                  <a:pt x="66104" y="98167"/>
                </a:lnTo>
                <a:lnTo>
                  <a:pt x="65652" y="94810"/>
                </a:lnTo>
                <a:lnTo>
                  <a:pt x="70081" y="90381"/>
                </a:lnTo>
                <a:cubicBezTo>
                  <a:pt x="70426" y="90643"/>
                  <a:pt x="70831" y="90774"/>
                  <a:pt x="71272" y="90774"/>
                </a:cubicBezTo>
                <a:cubicBezTo>
                  <a:pt x="71807" y="90774"/>
                  <a:pt x="72319" y="90571"/>
                  <a:pt x="72700" y="90190"/>
                </a:cubicBezTo>
                <a:cubicBezTo>
                  <a:pt x="73081" y="89809"/>
                  <a:pt x="73284" y="89297"/>
                  <a:pt x="73284" y="88762"/>
                </a:cubicBezTo>
                <a:cubicBezTo>
                  <a:pt x="73284" y="88226"/>
                  <a:pt x="73069" y="87726"/>
                  <a:pt x="72700" y="87345"/>
                </a:cubicBezTo>
                <a:cubicBezTo>
                  <a:pt x="72319" y="86964"/>
                  <a:pt x="71807" y="86761"/>
                  <a:pt x="71272" y="86761"/>
                </a:cubicBezTo>
                <a:close/>
                <a:moveTo>
                  <a:pt x="58947" y="93780"/>
                </a:moveTo>
                <a:cubicBezTo>
                  <a:pt x="58648" y="93780"/>
                  <a:pt x="58347" y="93893"/>
                  <a:pt x="58115" y="94119"/>
                </a:cubicBezTo>
                <a:cubicBezTo>
                  <a:pt x="57746" y="94500"/>
                  <a:pt x="57686" y="95048"/>
                  <a:pt x="57913" y="95489"/>
                </a:cubicBezTo>
                <a:lnTo>
                  <a:pt x="50602" y="102787"/>
                </a:lnTo>
                <a:lnTo>
                  <a:pt x="47364" y="102787"/>
                </a:lnTo>
                <a:lnTo>
                  <a:pt x="35755" y="114408"/>
                </a:lnTo>
                <a:lnTo>
                  <a:pt x="32779" y="114408"/>
                </a:lnTo>
                <a:lnTo>
                  <a:pt x="27778" y="119408"/>
                </a:lnTo>
                <a:lnTo>
                  <a:pt x="28159" y="122230"/>
                </a:lnTo>
                <a:lnTo>
                  <a:pt x="9609" y="140780"/>
                </a:lnTo>
                <a:lnTo>
                  <a:pt x="10061" y="141244"/>
                </a:lnTo>
                <a:lnTo>
                  <a:pt x="28838" y="122468"/>
                </a:lnTo>
                <a:lnTo>
                  <a:pt x="28457" y="119646"/>
                </a:lnTo>
                <a:lnTo>
                  <a:pt x="33052" y="115050"/>
                </a:lnTo>
                <a:lnTo>
                  <a:pt x="36017" y="115050"/>
                </a:lnTo>
                <a:lnTo>
                  <a:pt x="47638" y="103442"/>
                </a:lnTo>
                <a:lnTo>
                  <a:pt x="50876" y="103442"/>
                </a:lnTo>
                <a:lnTo>
                  <a:pt x="58353" y="95953"/>
                </a:lnTo>
                <a:cubicBezTo>
                  <a:pt x="58539" y="96065"/>
                  <a:pt x="58747" y="96122"/>
                  <a:pt x="58954" y="96122"/>
                </a:cubicBezTo>
                <a:cubicBezTo>
                  <a:pt x="59251" y="96122"/>
                  <a:pt x="59546" y="96006"/>
                  <a:pt x="59770" y="95774"/>
                </a:cubicBezTo>
                <a:cubicBezTo>
                  <a:pt x="60234" y="95322"/>
                  <a:pt x="60234" y="94584"/>
                  <a:pt x="59770" y="94119"/>
                </a:cubicBezTo>
                <a:cubicBezTo>
                  <a:pt x="59544" y="93893"/>
                  <a:pt x="59246" y="93780"/>
                  <a:pt x="58947" y="937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00025" dist="19050" dir="5400000" algn="bl" rotWithShape="0">
              <a:schemeClr val="accent1">
                <a:alpha val="6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8"/>
          <p:cNvSpPr txBox="1">
            <a:spLocks noGrp="1"/>
          </p:cNvSpPr>
          <p:nvPr>
            <p:ph type="title"/>
          </p:nvPr>
        </p:nvSpPr>
        <p:spPr>
          <a:xfrm>
            <a:off x="2531485" y="1184564"/>
            <a:ext cx="5184197" cy="29787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Gabriola" panose="04040605051002020D02" pitchFamily="82" charset="0"/>
              </a:rPr>
              <a:t>Thank you for your time!</a:t>
            </a:r>
          </a:p>
        </p:txBody>
      </p:sp>
      <p:grpSp>
        <p:nvGrpSpPr>
          <p:cNvPr id="521" name="Google Shape;521;p38"/>
          <p:cNvGrpSpPr/>
          <p:nvPr/>
        </p:nvGrpSpPr>
        <p:grpSpPr>
          <a:xfrm>
            <a:off x="4221307" y="4277886"/>
            <a:ext cx="1200150" cy="114300"/>
            <a:chOff x="752475" y="981075"/>
            <a:chExt cx="1200150" cy="114300"/>
          </a:xfrm>
        </p:grpSpPr>
        <p:sp>
          <p:nvSpPr>
            <p:cNvPr id="522" name="Google Shape;522;p38"/>
            <p:cNvSpPr/>
            <p:nvPr/>
          </p:nvSpPr>
          <p:spPr>
            <a:xfrm>
              <a:off x="7524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8"/>
            <p:cNvSpPr/>
            <p:nvPr/>
          </p:nvSpPr>
          <p:spPr>
            <a:xfrm>
              <a:off x="9334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11144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129540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8"/>
            <p:cNvSpPr/>
            <p:nvPr/>
          </p:nvSpPr>
          <p:spPr>
            <a:xfrm>
              <a:off x="1476375" y="981075"/>
              <a:ext cx="114300" cy="1143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8"/>
            <p:cNvSpPr/>
            <p:nvPr/>
          </p:nvSpPr>
          <p:spPr>
            <a:xfrm>
              <a:off x="16573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18383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E8E31C4-3DE6-53DD-A0F5-9C83FE95D79B}"/>
              </a:ext>
            </a:extLst>
          </p:cNvPr>
          <p:cNvSpPr txBox="1"/>
          <p:nvPr/>
        </p:nvSpPr>
        <p:spPr>
          <a:xfrm>
            <a:off x="2209797" y="2990837"/>
            <a:ext cx="47036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1"/>
                </a:solidFill>
                <a:latin typeface="Gabriola" panose="04040605051002020D02" pitchFamily="82" charset="0"/>
              </a:rPr>
              <a:t>RESHMA SHAIK</a:t>
            </a:r>
          </a:p>
          <a:p>
            <a:pPr lvl="0" algn="ctr"/>
            <a:r>
              <a:rPr lang="en-IN" sz="3200" dirty="0">
                <a:solidFill>
                  <a:schemeClr val="tx1"/>
                </a:solidFill>
                <a:latin typeface="Gabriola" panose="04040605051002020D02" pitchFamily="82" charset="0"/>
              </a:rPr>
              <a:t>ECE C-111624104095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chnology Project Proposal Minitheme by Slidesgo">
  <a:themeElements>
    <a:clrScheme name="Simple Light">
      <a:dk1>
        <a:srgbClr val="FFFFFF"/>
      </a:dk1>
      <a:lt1>
        <a:srgbClr val="E0E0E0"/>
      </a:lt1>
      <a:dk2>
        <a:srgbClr val="666666"/>
      </a:dk2>
      <a:lt2>
        <a:srgbClr val="000000"/>
      </a:lt2>
      <a:accent1>
        <a:srgbClr val="96FFF3"/>
      </a:accent1>
      <a:accent2>
        <a:srgbClr val="8F1EA0"/>
      </a:accent2>
      <a:accent3>
        <a:srgbClr val="3DC6FF"/>
      </a:accent3>
      <a:accent4>
        <a:srgbClr val="2619AA"/>
      </a:accent4>
      <a:accent5>
        <a:srgbClr val="190057"/>
      </a:accent5>
      <a:accent6>
        <a:srgbClr val="F139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341</Words>
  <Application>Microsoft Office PowerPoint</Application>
  <PresentationFormat>On-screen Show (16:9)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Bahnschrift Condensed</vt:lpstr>
      <vt:lpstr>Calibri</vt:lpstr>
      <vt:lpstr>Copperplate Gothic Light</vt:lpstr>
      <vt:lpstr>DM Sans</vt:lpstr>
      <vt:lpstr>Gabriola</vt:lpstr>
      <vt:lpstr>Nirmala Text Semilight</vt:lpstr>
      <vt:lpstr>Oswald</vt:lpstr>
      <vt:lpstr>Oswald ExtraLight</vt:lpstr>
      <vt:lpstr>Roboto Condensed Light</vt:lpstr>
      <vt:lpstr>Technology Project Proposal Minitheme by Slidesgo</vt:lpstr>
      <vt:lpstr>  INTERNSHIP OVERVIEW     EMBEDDED SYSTEMS </vt:lpstr>
      <vt:lpstr>INTRODUCTION</vt:lpstr>
      <vt:lpstr>           ABOUT THE COMPANY    </vt:lpstr>
      <vt:lpstr>INTERNSHIP ROLE</vt:lpstr>
      <vt:lpstr>SKILLS LEARNED</vt:lpstr>
      <vt:lpstr>.</vt:lpstr>
      <vt:lpstr>SMART HOME AUTOMATION               SYSTEM</vt:lpstr>
      <vt:lpstr>TEMPERATURE MONITORING                  SYSTEM</vt:lpstr>
      <vt:lpstr>ROBOTIC ARM PROJECT</vt:lpstr>
      <vt:lpstr>CHALLENGES FACED</vt:lpstr>
      <vt:lpstr>PROJECT BRIEFING</vt:lpstr>
      <vt:lpstr>Thank you for your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Cholan Kinnera</dc:creator>
  <cp:lastModifiedBy>Reshuu shaik</cp:lastModifiedBy>
  <cp:revision>2</cp:revision>
  <dcterms:modified xsi:type="dcterms:W3CDTF">2025-11-12T03:00:07Z</dcterms:modified>
</cp:coreProperties>
</file>