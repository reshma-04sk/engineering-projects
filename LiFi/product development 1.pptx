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8"/>
  </p:notesMasterIdLst>
  <p:handoutMasterIdLst>
    <p:handoutMasterId r:id="rId19"/>
  </p:handoutMasterIdLst>
  <p:sldIdLst>
    <p:sldId id="891" r:id="rId2"/>
    <p:sldId id="257" r:id="rId3"/>
    <p:sldId id="842" r:id="rId4"/>
    <p:sldId id="870" r:id="rId5"/>
    <p:sldId id="872" r:id="rId6"/>
    <p:sldId id="881" r:id="rId7"/>
    <p:sldId id="873" r:id="rId8"/>
    <p:sldId id="875" r:id="rId9"/>
    <p:sldId id="874" r:id="rId10"/>
    <p:sldId id="886" r:id="rId11"/>
    <p:sldId id="892" r:id="rId12"/>
    <p:sldId id="876" r:id="rId13"/>
    <p:sldId id="889" r:id="rId14"/>
    <p:sldId id="888" r:id="rId15"/>
    <p:sldId id="878" r:id="rId16"/>
    <p:sldId id="890" r:id="rId17"/>
  </p:sldIdLst>
  <p:sldSz cx="9144000" cy="6858000" type="screen4x3"/>
  <p:notesSz cx="6834188" cy="9979025"/>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 uri="{2D200454-40CA-4A62-9FC3-DE9A4176ACB9}">
      <p15:notesGuideLst xmlns:p15="http://schemas.microsoft.com/office/powerpoint/2012/main">
        <p15:guide id="1" orient="horz" pos="3143">
          <p15:clr>
            <a:srgbClr val="A4A3A4"/>
          </p15:clr>
        </p15:guide>
        <p15:guide id="2" pos="2153">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00FFFF"/>
    <a:srgbClr val="D3D3D3"/>
    <a:srgbClr val="440AE6"/>
    <a:srgbClr val="CC6600"/>
    <a:srgbClr val="040404"/>
    <a:srgbClr val="FF6600"/>
    <a:srgbClr val="FF66FF"/>
    <a:srgbClr val="CC33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0988" autoAdjust="0"/>
    <p:restoredTop sz="95018" autoAdjust="0"/>
  </p:normalViewPr>
  <p:slideViewPr>
    <p:cSldViewPr showGuides="1">
      <p:cViewPr varScale="1">
        <p:scale>
          <a:sx n="70" d="100"/>
          <a:sy n="70" d="100"/>
        </p:scale>
        <p:origin x="1356" y="32"/>
      </p:cViewPr>
      <p:guideLst>
        <p:guide orient="horz" pos="2160"/>
        <p:guide pos="2880"/>
      </p:guideLst>
    </p:cSldViewPr>
  </p:slideViewPr>
  <p:notesTextViewPr>
    <p:cViewPr>
      <p:scale>
        <a:sx n="100" d="100"/>
        <a:sy n="100" d="100"/>
      </p:scale>
      <p:origin x="0" y="0"/>
    </p:cViewPr>
  </p:notesTextViewPr>
  <p:sorterViewPr>
    <p:cViewPr>
      <p:scale>
        <a:sx n="100" d="100"/>
        <a:sy n="100" d="100"/>
      </p:scale>
      <p:origin x="0" y="5754"/>
    </p:cViewPr>
  </p:sorterViewPr>
  <p:notesViewPr>
    <p:cSldViewPr>
      <p:cViewPr varScale="1">
        <p:scale>
          <a:sx n="64" d="100"/>
          <a:sy n="64" d="100"/>
        </p:scale>
        <p:origin x="-2952" y="-102"/>
      </p:cViewPr>
      <p:guideLst>
        <p:guide orient="horz" pos="3143"/>
        <p:guide pos="2153"/>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0"/>
            <a:ext cx="2962275" cy="498475"/>
          </a:xfrm>
          <a:prstGeom prst="rect">
            <a:avLst/>
          </a:prstGeom>
        </p:spPr>
        <p:txBody>
          <a:bodyPr vert="horz" lIns="91440" tIns="45720" rIns="91440" bIns="45720" rtlCol="0"/>
          <a:lstStyle>
            <a:lvl1pPr algn="l" eaLnBrk="1" hangingPunct="1">
              <a:defRPr sz="1200">
                <a:latin typeface="Arial" panose="020B0604020202020204" pitchFamily="34" charset="0"/>
                <a:cs typeface="Arial" panose="020B0604020202020204" pitchFamily="34" charset="0"/>
              </a:defRPr>
            </a:lvl1pPr>
          </a:lstStyle>
          <a:p>
            <a:pPr>
              <a:defRPr/>
            </a:pPr>
            <a:endParaRPr lang="en-US"/>
          </a:p>
        </p:txBody>
      </p:sp>
      <p:sp>
        <p:nvSpPr>
          <p:cNvPr id="7" name="Footer Placeholder 6"/>
          <p:cNvSpPr>
            <a:spLocks noGrp="1"/>
          </p:cNvSpPr>
          <p:nvPr>
            <p:ph type="ftr" sz="quarter" idx="2"/>
          </p:nvPr>
        </p:nvSpPr>
        <p:spPr>
          <a:xfrm>
            <a:off x="0" y="9478963"/>
            <a:ext cx="2962275" cy="498475"/>
          </a:xfrm>
          <a:prstGeom prst="rect">
            <a:avLst/>
          </a:prstGeom>
        </p:spPr>
        <p:txBody>
          <a:bodyPr vert="horz" lIns="91440" tIns="45720" rIns="91440" bIns="45720" rtlCol="0" anchor="b"/>
          <a:lstStyle>
            <a:lvl1pPr algn="l" eaLnBrk="1" hangingPunct="1">
              <a:defRPr sz="1200">
                <a:latin typeface="Arial" panose="020B0604020202020204" pitchFamily="34" charset="0"/>
                <a:cs typeface="Arial" panose="020B0604020202020204" pitchFamily="34" charset="0"/>
              </a:defRPr>
            </a:lvl1pPr>
          </a:lstStyle>
          <a:p>
            <a:pPr>
              <a:defRPr/>
            </a:pPr>
            <a:endParaRPr lang="en-US"/>
          </a:p>
        </p:txBody>
      </p:sp>
      <p:sp>
        <p:nvSpPr>
          <p:cNvPr id="8" name="Date Placeholder 7"/>
          <p:cNvSpPr>
            <a:spLocks noGrp="1"/>
          </p:cNvSpPr>
          <p:nvPr>
            <p:ph type="dt" sz="quarter" idx="1"/>
          </p:nvPr>
        </p:nvSpPr>
        <p:spPr>
          <a:xfrm>
            <a:off x="3871913" y="0"/>
            <a:ext cx="2960687" cy="498475"/>
          </a:xfrm>
          <a:prstGeom prst="rect">
            <a:avLst/>
          </a:prstGeom>
        </p:spPr>
        <p:txBody>
          <a:bodyPr vert="horz" lIns="91440" tIns="45720" rIns="91440" bIns="45720" rtlCol="0"/>
          <a:lstStyle>
            <a:lvl1pPr algn="r" eaLnBrk="1" hangingPunct="1">
              <a:defRPr sz="1200">
                <a:latin typeface="Arial" panose="020B0604020202020204" pitchFamily="34" charset="0"/>
                <a:cs typeface="Arial" panose="020B0604020202020204" pitchFamily="34" charset="0"/>
              </a:defRPr>
            </a:lvl1pPr>
          </a:lstStyle>
          <a:p>
            <a:pPr>
              <a:defRPr/>
            </a:pPr>
            <a:fld id="{825A92BD-E09E-4850-92AF-442C9C091A13}" type="datetime1">
              <a:rPr lang="en-US"/>
              <a:t>10/24/2025</a:t>
            </a:fld>
            <a:endParaRPr lang="en-US"/>
          </a:p>
        </p:txBody>
      </p:sp>
      <p:sp>
        <p:nvSpPr>
          <p:cNvPr id="9" name="Slide Number Placeholder 8"/>
          <p:cNvSpPr>
            <a:spLocks noGrp="1"/>
          </p:cNvSpPr>
          <p:nvPr>
            <p:ph type="sldNum" sz="quarter" idx="3"/>
          </p:nvPr>
        </p:nvSpPr>
        <p:spPr>
          <a:xfrm>
            <a:off x="3871913" y="9478963"/>
            <a:ext cx="2960687" cy="498475"/>
          </a:xfrm>
          <a:prstGeom prst="rect">
            <a:avLst/>
          </a:prstGeom>
        </p:spPr>
        <p:txBody>
          <a:bodyPr vert="horz" wrap="square" lIns="91440" tIns="45720" rIns="91440" bIns="45720" numCol="1" anchor="b" anchorCtr="0" compatLnSpc="1"/>
          <a:lstStyle>
            <a:lvl1pPr algn="r" eaLnBrk="1" hangingPunct="1">
              <a:defRPr sz="1200"/>
            </a:lvl1pPr>
          </a:lstStyle>
          <a:p>
            <a:pPr>
              <a:defRPr/>
            </a:pPr>
            <a:fld id="{23A33996-FD24-4E7E-B98D-E460BA150101}" type="slidenum">
              <a:rPr lang="en-US" altLang="en-US"/>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60688" cy="498475"/>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IN"/>
          </a:p>
        </p:txBody>
      </p:sp>
      <p:sp>
        <p:nvSpPr>
          <p:cNvPr id="3" name="Date Placeholder 2"/>
          <p:cNvSpPr>
            <a:spLocks noGrp="1"/>
          </p:cNvSpPr>
          <p:nvPr>
            <p:ph type="dt" idx="1"/>
          </p:nvPr>
        </p:nvSpPr>
        <p:spPr>
          <a:xfrm>
            <a:off x="3871913" y="0"/>
            <a:ext cx="2960687" cy="498475"/>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EEC2CD69-9CEA-4E09-A924-BE6C9824DBA7}" type="datetime1">
              <a:rPr lang="en-US"/>
              <a:t>10/24/2025</a:t>
            </a:fld>
            <a:endParaRPr lang="en-IN"/>
          </a:p>
        </p:txBody>
      </p:sp>
      <p:sp>
        <p:nvSpPr>
          <p:cNvPr id="4" name="Slide Image Placeholder 3"/>
          <p:cNvSpPr>
            <a:spLocks noGrp="1" noRot="1" noChangeAspect="1"/>
          </p:cNvSpPr>
          <p:nvPr>
            <p:ph type="sldImg" idx="2"/>
          </p:nvPr>
        </p:nvSpPr>
        <p:spPr>
          <a:xfrm>
            <a:off x="922338" y="747713"/>
            <a:ext cx="4991100" cy="3743325"/>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p:cNvSpPr>
            <a:spLocks noGrp="1"/>
          </p:cNvSpPr>
          <p:nvPr>
            <p:ph type="body" sz="quarter" idx="3"/>
          </p:nvPr>
        </p:nvSpPr>
        <p:spPr>
          <a:xfrm>
            <a:off x="684213" y="4740275"/>
            <a:ext cx="5467350" cy="4491038"/>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p:cNvSpPr>
            <a:spLocks noGrp="1"/>
          </p:cNvSpPr>
          <p:nvPr>
            <p:ph type="ftr" sz="quarter" idx="4"/>
          </p:nvPr>
        </p:nvSpPr>
        <p:spPr>
          <a:xfrm>
            <a:off x="0" y="9478963"/>
            <a:ext cx="2960688" cy="498475"/>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IN"/>
          </a:p>
        </p:txBody>
      </p:sp>
      <p:sp>
        <p:nvSpPr>
          <p:cNvPr id="7" name="Slide Number Placeholder 6"/>
          <p:cNvSpPr>
            <a:spLocks noGrp="1"/>
          </p:cNvSpPr>
          <p:nvPr>
            <p:ph type="sldNum" sz="quarter" idx="5"/>
          </p:nvPr>
        </p:nvSpPr>
        <p:spPr>
          <a:xfrm>
            <a:off x="3871913" y="9478963"/>
            <a:ext cx="2960687" cy="498475"/>
          </a:xfrm>
          <a:prstGeom prst="rect">
            <a:avLst/>
          </a:prstGeom>
        </p:spPr>
        <p:txBody>
          <a:bodyPr vert="horz" wrap="square" lIns="91440" tIns="45720" rIns="91440" bIns="45720" numCol="1" anchor="b" anchorCtr="0" compatLnSpc="1"/>
          <a:lstStyle>
            <a:lvl1pPr algn="r" eaLnBrk="1" hangingPunct="1">
              <a:defRPr sz="1200">
                <a:latin typeface="Calibri" panose="020F0502020204030204" pitchFamily="34" charset="0"/>
              </a:defRPr>
            </a:lvl1pPr>
          </a:lstStyle>
          <a:p>
            <a:pPr>
              <a:defRPr/>
            </a:pPr>
            <a:fld id="{6F741290-8EFA-4BEF-81CB-94CF8BD3BFD4}" type="slidenum">
              <a:rPr lang="en-IN" altLang="en-US"/>
              <a:t>‹#›</a:t>
            </a:fld>
            <a:endParaRPr lang="en-IN" altLang="en-US"/>
          </a:p>
        </p:txBody>
      </p:sp>
    </p:spTree>
  </p:cSld>
  <p:clrMap bg1="lt1" tx1="dk1" bg2="lt2" tx2="dk2" accent1="accent1" accent2="accent2" accent3="accent3" accent4="accent4" accent5="accent5" accent6="accent6" hlink="hlink" folHlink="folHlink"/>
  <p:hf hdr="0" ftr="0"/>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024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p>
        </p:txBody>
      </p:sp>
      <p:sp>
        <p:nvSpPr>
          <p:cNvPr id="1024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B390F62F-4F60-4A4C-A916-2B1E6DA93269}" type="slidenum">
              <a:rPr lang="en-US" altLang="en-US" smtClean="0">
                <a:latin typeface="Calibri" panose="020F0502020204030204" pitchFamily="34" charset="0"/>
              </a:rPr>
              <a:t>2</a:t>
            </a:fld>
            <a:endParaRPr lang="en-US" altLang="en-US">
              <a:latin typeface="Calibri" panose="020F0502020204030204" pitchFamily="34" charset="0"/>
            </a:endParaRPr>
          </a:p>
        </p:txBody>
      </p:sp>
      <p:sp>
        <p:nvSpPr>
          <p:cNvPr id="2" name="Date Placeholder 1"/>
          <p:cNvSpPr>
            <a:spLocks noGrp="1"/>
          </p:cNvSpPr>
          <p:nvPr>
            <p:ph type="dt" sz="quarter" idx="1"/>
          </p:nvPr>
        </p:nvSpPr>
        <p:spPr/>
        <p:txBody>
          <a:bodyPr/>
          <a:lstStyle/>
          <a:p>
            <a:pPr>
              <a:defRPr/>
            </a:pPr>
            <a:fld id="{553756C0-0660-487D-A55C-D03ABF1D7A3C}" type="datetime1">
              <a:rPr lang="en-US"/>
              <a:t>10/24/2025</a:t>
            </a:fld>
            <a:endParaRPr lang="en-I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229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p>
        </p:txBody>
      </p:sp>
      <p:sp>
        <p:nvSpPr>
          <p:cNvPr id="1229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A82F939-4DF9-4983-B2CA-520D7A05F9F9}" type="slidenum">
              <a:rPr lang="en-US" altLang="en-US" smtClean="0">
                <a:latin typeface="Calibri" panose="020F0502020204030204" pitchFamily="34" charset="0"/>
              </a:rPr>
              <a:t>3</a:t>
            </a:fld>
            <a:endParaRPr lang="en-US" altLang="en-US">
              <a:latin typeface="Calibri" panose="020F0502020204030204" pitchFamily="34" charset="0"/>
            </a:endParaRPr>
          </a:p>
        </p:txBody>
      </p:sp>
      <p:sp>
        <p:nvSpPr>
          <p:cNvPr id="2" name="Date Placeholder 1"/>
          <p:cNvSpPr>
            <a:spLocks noGrp="1"/>
          </p:cNvSpPr>
          <p:nvPr>
            <p:ph type="dt" sz="quarter" idx="1"/>
          </p:nvPr>
        </p:nvSpPr>
        <p:spPr/>
        <p:txBody>
          <a:bodyPr/>
          <a:lstStyle/>
          <a:p>
            <a:pPr>
              <a:defRPr/>
            </a:pPr>
            <a:fld id="{09A8172F-AA9F-4184-9367-700D7492E165}" type="datetime1">
              <a:rPr lang="en-US"/>
              <a:t>10/24/2025</a:t>
            </a:fld>
            <a:endParaRPr lang="en-I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433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p>
        </p:txBody>
      </p:sp>
      <p:sp>
        <p:nvSpPr>
          <p:cNvPr id="1434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3696BE7-12AF-4DB1-8222-5E7F50C63C82}" type="slidenum">
              <a:rPr lang="en-US" altLang="en-US" smtClean="0">
                <a:latin typeface="Calibri" panose="020F0502020204030204" pitchFamily="34" charset="0"/>
              </a:rPr>
              <a:t>4</a:t>
            </a:fld>
            <a:endParaRPr lang="en-US" altLang="en-US">
              <a:latin typeface="Calibri" panose="020F0502020204030204" pitchFamily="34" charset="0"/>
            </a:endParaRPr>
          </a:p>
        </p:txBody>
      </p:sp>
      <p:sp>
        <p:nvSpPr>
          <p:cNvPr id="2" name="Date Placeholder 1"/>
          <p:cNvSpPr>
            <a:spLocks noGrp="1"/>
          </p:cNvSpPr>
          <p:nvPr>
            <p:ph type="dt" sz="quarter" idx="1"/>
          </p:nvPr>
        </p:nvSpPr>
        <p:spPr/>
        <p:txBody>
          <a:bodyPr/>
          <a:lstStyle/>
          <a:p>
            <a:pPr>
              <a:defRPr/>
            </a:pPr>
            <a:fld id="{09A8172F-AA9F-4184-9367-700D7492E165}" type="datetime1">
              <a:rPr lang="en-US"/>
              <a:t>10/24/2025</a:t>
            </a:fld>
            <a:endParaRPr lang="en-I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1638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p>
        </p:txBody>
      </p:sp>
      <p:sp>
        <p:nvSpPr>
          <p:cNvPr id="1638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391F566-2929-4179-ABB0-539F6F3EACFD}" type="slidenum">
              <a:rPr lang="en-US" altLang="en-US" smtClean="0">
                <a:latin typeface="Calibri" panose="020F0502020204030204" pitchFamily="34" charset="0"/>
              </a:rPr>
              <a:t>5</a:t>
            </a:fld>
            <a:endParaRPr lang="en-US" altLang="en-US">
              <a:latin typeface="Calibri" panose="020F0502020204030204" pitchFamily="34" charset="0"/>
            </a:endParaRPr>
          </a:p>
        </p:txBody>
      </p:sp>
      <p:sp>
        <p:nvSpPr>
          <p:cNvPr id="2" name="Date Placeholder 1"/>
          <p:cNvSpPr>
            <a:spLocks noGrp="1"/>
          </p:cNvSpPr>
          <p:nvPr>
            <p:ph type="dt" sz="quarter" idx="1"/>
          </p:nvPr>
        </p:nvSpPr>
        <p:spPr/>
        <p:txBody>
          <a:bodyPr/>
          <a:lstStyle/>
          <a:p>
            <a:pPr>
              <a:defRPr/>
            </a:pPr>
            <a:fld id="{09A8172F-AA9F-4184-9367-700D7492E165}" type="datetime1">
              <a:rPr lang="en-US"/>
              <a:t>10/24/2025</a:t>
            </a:fld>
            <a:endParaRPr lang="en-I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Date Placeholder 3"/>
          <p:cNvSpPr>
            <a:spLocks noGrp="1"/>
          </p:cNvSpPr>
          <p:nvPr>
            <p:ph type="dt" idx="1"/>
          </p:nvPr>
        </p:nvSpPr>
        <p:spPr/>
        <p:txBody>
          <a:bodyPr/>
          <a:lstStyle/>
          <a:p>
            <a:pPr>
              <a:defRPr/>
            </a:pPr>
            <a:fld id="{EEC2CD69-9CEA-4E09-A924-BE6C9824DBA7}" type="datetime1">
              <a:rPr lang="en-US" smtClean="0"/>
              <a:t>10/24/2025</a:t>
            </a:fld>
            <a:endParaRPr lang="en-IN"/>
          </a:p>
        </p:txBody>
      </p:sp>
      <p:sp>
        <p:nvSpPr>
          <p:cNvPr id="5" name="Slide Number Placeholder 4"/>
          <p:cNvSpPr>
            <a:spLocks noGrp="1"/>
          </p:cNvSpPr>
          <p:nvPr>
            <p:ph type="sldNum" sz="quarter" idx="5"/>
          </p:nvPr>
        </p:nvSpPr>
        <p:spPr/>
        <p:txBody>
          <a:bodyPr/>
          <a:lstStyle/>
          <a:p>
            <a:pPr>
              <a:defRPr/>
            </a:pPr>
            <a:fld id="{6F741290-8EFA-4BEF-81CB-94CF8BD3BFD4}" type="slidenum">
              <a:rPr lang="en-IN" altLang="en-US" smtClean="0"/>
              <a:t>6</a:t>
            </a:fld>
            <a:endParaRPr lang="en-I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0483"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p>
        </p:txBody>
      </p:sp>
      <p:sp>
        <p:nvSpPr>
          <p:cNvPr id="20484"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F281CC9F-49CC-45EE-A4FA-A2057CCD9355}" type="slidenum">
              <a:rPr lang="en-US" altLang="en-US" smtClean="0">
                <a:latin typeface="Calibri" panose="020F0502020204030204" pitchFamily="34" charset="0"/>
              </a:rPr>
              <a:t>7</a:t>
            </a:fld>
            <a:endParaRPr lang="en-US" altLang="en-US">
              <a:latin typeface="Calibri" panose="020F0502020204030204" pitchFamily="34" charset="0"/>
            </a:endParaRPr>
          </a:p>
        </p:txBody>
      </p:sp>
      <p:sp>
        <p:nvSpPr>
          <p:cNvPr id="2" name="Date Placeholder 1"/>
          <p:cNvSpPr>
            <a:spLocks noGrp="1"/>
          </p:cNvSpPr>
          <p:nvPr>
            <p:ph type="dt" sz="quarter" idx="1"/>
          </p:nvPr>
        </p:nvSpPr>
        <p:spPr/>
        <p:txBody>
          <a:bodyPr/>
          <a:lstStyle/>
          <a:p>
            <a:pPr>
              <a:defRPr/>
            </a:pPr>
            <a:fld id="{09A8172F-AA9F-4184-9367-700D7492E165}" type="datetime1">
              <a:rPr lang="en-US"/>
              <a:t>10/24/2025</a:t>
            </a:fld>
            <a:endParaRPr lang="en-IN"/>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4579"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p>
        </p:txBody>
      </p:sp>
      <p:sp>
        <p:nvSpPr>
          <p:cNvPr id="24580"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43611987-B278-4B44-80EF-37D291C2E86E}" type="slidenum">
              <a:rPr lang="en-US" altLang="en-US" smtClean="0">
                <a:latin typeface="Calibri" panose="020F0502020204030204" pitchFamily="34" charset="0"/>
              </a:rPr>
              <a:t>8</a:t>
            </a:fld>
            <a:endParaRPr lang="en-US" altLang="en-US">
              <a:latin typeface="Calibri" panose="020F0502020204030204" pitchFamily="34" charset="0"/>
            </a:endParaRPr>
          </a:p>
        </p:txBody>
      </p:sp>
      <p:sp>
        <p:nvSpPr>
          <p:cNvPr id="2" name="Date Placeholder 1"/>
          <p:cNvSpPr>
            <a:spLocks noGrp="1"/>
          </p:cNvSpPr>
          <p:nvPr>
            <p:ph type="dt" sz="quarter" idx="1"/>
          </p:nvPr>
        </p:nvSpPr>
        <p:spPr/>
        <p:txBody>
          <a:bodyPr/>
          <a:lstStyle/>
          <a:p>
            <a:pPr>
              <a:defRPr/>
            </a:pPr>
            <a:fld id="{09A8172F-AA9F-4184-9367-700D7492E165}" type="datetime1">
              <a:rPr lang="en-US"/>
              <a:t>10/24/2025</a:t>
            </a:fld>
            <a:endParaRPr lang="en-IN"/>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253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p>
        </p:txBody>
      </p:sp>
      <p:sp>
        <p:nvSpPr>
          <p:cNvPr id="2253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3F99628E-34D9-4754-A77A-B4C50E8EDBAF}" type="slidenum">
              <a:rPr lang="en-US" altLang="en-US" smtClean="0">
                <a:latin typeface="Calibri" panose="020F0502020204030204" pitchFamily="34" charset="0"/>
              </a:rPr>
              <a:t>9</a:t>
            </a:fld>
            <a:endParaRPr lang="en-US" altLang="en-US">
              <a:latin typeface="Calibri" panose="020F0502020204030204" pitchFamily="34" charset="0"/>
            </a:endParaRPr>
          </a:p>
        </p:txBody>
      </p:sp>
      <p:sp>
        <p:nvSpPr>
          <p:cNvPr id="2" name="Date Placeholder 1"/>
          <p:cNvSpPr>
            <a:spLocks noGrp="1"/>
          </p:cNvSpPr>
          <p:nvPr>
            <p:ph type="dt" sz="quarter" idx="1"/>
          </p:nvPr>
        </p:nvSpPr>
        <p:spPr/>
        <p:txBody>
          <a:bodyPr/>
          <a:lstStyle/>
          <a:p>
            <a:pPr>
              <a:defRPr/>
            </a:pPr>
            <a:fld id="{09A8172F-AA9F-4184-9367-700D7492E165}" type="datetime1">
              <a:rPr lang="en-US"/>
              <a:t>10/24/2025</a:t>
            </a:fld>
            <a:endParaRPr lang="en-IN"/>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6627"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p>
        </p:txBody>
      </p:sp>
      <p:sp>
        <p:nvSpPr>
          <p:cNvPr id="26628"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1F981FF-7562-4384-8B00-C1623CF4413E}" type="slidenum">
              <a:rPr lang="en-US" altLang="en-US" smtClean="0">
                <a:latin typeface="Calibri" panose="020F0502020204030204" pitchFamily="34" charset="0"/>
              </a:rPr>
              <a:t>10</a:t>
            </a:fld>
            <a:endParaRPr lang="en-US" altLang="en-US">
              <a:latin typeface="Calibri" panose="020F0502020204030204" pitchFamily="34" charset="0"/>
            </a:endParaRPr>
          </a:p>
        </p:txBody>
      </p:sp>
      <p:sp>
        <p:nvSpPr>
          <p:cNvPr id="2" name="Date Placeholder 1"/>
          <p:cNvSpPr>
            <a:spLocks noGrp="1"/>
          </p:cNvSpPr>
          <p:nvPr>
            <p:ph type="dt" sz="quarter" idx="1"/>
          </p:nvPr>
        </p:nvSpPr>
        <p:spPr/>
        <p:txBody>
          <a:bodyPr/>
          <a:lstStyle/>
          <a:p>
            <a:pPr>
              <a:defRPr/>
            </a:pPr>
            <a:fld id="{09A8172F-AA9F-4184-9367-700D7492E165}" type="datetime1">
              <a:rPr lang="en-US"/>
              <a:t>10/24/2025</a:t>
            </a:fld>
            <a:endParaRPr lang="en-IN"/>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28675"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p>
        </p:txBody>
      </p:sp>
      <p:sp>
        <p:nvSpPr>
          <p:cNvPr id="28676"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C6A7A10C-B694-405B-9DA2-83A30C29730D}" type="slidenum">
              <a:rPr lang="en-US" altLang="en-US" smtClean="0">
                <a:latin typeface="Calibri" panose="020F0502020204030204" pitchFamily="34" charset="0"/>
              </a:rPr>
              <a:t>12</a:t>
            </a:fld>
            <a:endParaRPr lang="en-US" altLang="en-US">
              <a:latin typeface="Calibri" panose="020F0502020204030204" pitchFamily="34" charset="0"/>
            </a:endParaRPr>
          </a:p>
        </p:txBody>
      </p:sp>
      <p:sp>
        <p:nvSpPr>
          <p:cNvPr id="2" name="Date Placeholder 1"/>
          <p:cNvSpPr>
            <a:spLocks noGrp="1"/>
          </p:cNvSpPr>
          <p:nvPr>
            <p:ph type="dt" sz="quarter" idx="1"/>
          </p:nvPr>
        </p:nvSpPr>
        <p:spPr/>
        <p:txBody>
          <a:bodyPr/>
          <a:lstStyle/>
          <a:p>
            <a:pPr>
              <a:defRPr/>
            </a:pPr>
            <a:fld id="{09A8172F-AA9F-4184-9367-700D7492E165}" type="datetime1">
              <a:rPr lang="en-US"/>
              <a:t>10/24/2025</a:t>
            </a:fld>
            <a:endParaRPr lang="en-IN"/>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Image Placeholder 1"/>
          <p:cNvSpPr>
            <a:spLocks noGrp="1" noRot="1" noChangeAspect="1" noTextEdit="1"/>
          </p:cNvSpPr>
          <p:nvPr>
            <p:ph type="sldImg"/>
          </p:nvPr>
        </p:nvSpPr>
        <p:spPr bwMode="auto">
          <a:noFill/>
          <a:ln>
            <a:solidFill>
              <a:srgbClr val="000000"/>
            </a:solidFill>
            <a:miter lim="800000"/>
          </a:ln>
          <a:extLst>
            <a:ext uri="{909E8E84-426E-40DD-AFC4-6F175D3DCCD1}">
              <a14:hiddenFill xmlns:a14="http://schemas.microsoft.com/office/drawing/2010/main">
                <a:solidFill>
                  <a:srgbClr val="FFFFFF"/>
                </a:solidFill>
              </a14:hiddenFill>
            </a:ext>
          </a:extLst>
        </p:spPr>
      </p:sp>
      <p:sp>
        <p:nvSpPr>
          <p:cNvPr id="32771" name="Notes Placeholder 2"/>
          <p:cNvSpPr>
            <a:spLocks noGrp="1"/>
          </p:cNvSpPr>
          <p:nvPr>
            <p:ph type="body" idx="1"/>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numCol="1" anchor="t" anchorCtr="0" compatLnSpc="1"/>
          <a:lstStyle/>
          <a:p>
            <a:pPr eaLnBrk="1" hangingPunct="1">
              <a:spcBef>
                <a:spcPct val="0"/>
              </a:spcBef>
            </a:pPr>
            <a:endParaRPr lang="en-US" altLang="en-US"/>
          </a:p>
        </p:txBody>
      </p:sp>
      <p:sp>
        <p:nvSpPr>
          <p:cNvPr id="32772" name="Slide Number Placeholder 3"/>
          <p:cNvSpPr>
            <a:spLocks noGrp="1"/>
          </p:cNvSpPr>
          <p:nvPr>
            <p:ph type="sldNum" sz="quarter" idx="5"/>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55C92F55-2131-44F3-8ABD-233588B56D93}" type="slidenum">
              <a:rPr lang="en-US" altLang="en-US" smtClean="0">
                <a:latin typeface="Calibri" panose="020F0502020204030204" pitchFamily="34" charset="0"/>
              </a:rPr>
              <a:t>15</a:t>
            </a:fld>
            <a:endParaRPr lang="en-US" altLang="en-US">
              <a:latin typeface="Calibri" panose="020F0502020204030204" pitchFamily="34" charset="0"/>
            </a:endParaRPr>
          </a:p>
        </p:txBody>
      </p:sp>
      <p:sp>
        <p:nvSpPr>
          <p:cNvPr id="2" name="Date Placeholder 1"/>
          <p:cNvSpPr>
            <a:spLocks noGrp="1"/>
          </p:cNvSpPr>
          <p:nvPr>
            <p:ph type="dt" sz="quarter" idx="1"/>
          </p:nvPr>
        </p:nvSpPr>
        <p:spPr/>
        <p:txBody>
          <a:bodyPr/>
          <a:lstStyle/>
          <a:p>
            <a:pPr>
              <a:defRPr/>
            </a:pPr>
            <a:fld id="{09A8172F-AA9F-4184-9367-700D7492E165}" type="datetime1">
              <a:rPr lang="en-US"/>
              <a:t>10/24/2025</a:t>
            </a:fld>
            <a:endParaRPr lang="en-I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28020" y="1769541"/>
            <a:ext cx="7080026"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028020" y="3598339"/>
            <a:ext cx="7080026"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pPr>
              <a:defRPr/>
            </a:pPr>
            <a:fld id="{E6666BEA-52CB-4F14-BA0A-D1BF17D24AAC}" type="datetime3">
              <a:rPr lang="en-US" smtClean="0"/>
              <a:t>24 October 2025</a:t>
            </a:fld>
            <a:endParaRPr lang="en-US"/>
          </a:p>
        </p:txBody>
      </p:sp>
      <p:sp>
        <p:nvSpPr>
          <p:cNvPr id="5" name="Footer Placeholder 4"/>
          <p:cNvSpPr>
            <a:spLocks noGrp="1"/>
          </p:cNvSpPr>
          <p:nvPr>
            <p:ph type="ftr" sz="quarter" idx="11"/>
          </p:nvPr>
        </p:nvSpPr>
        <p:spPr/>
        <p:txBody>
          <a:bodyPr/>
          <a:lstStyle/>
          <a:p>
            <a:pPr>
              <a:defRPr/>
            </a:pPr>
            <a:r>
              <a:rPr lang="en-US"/>
              <a:t>Ph. D. Confirmation Meeting</a:t>
            </a:r>
          </a:p>
        </p:txBody>
      </p:sp>
      <p:sp>
        <p:nvSpPr>
          <p:cNvPr id="6" name="Slide Number Placeholder 5"/>
          <p:cNvSpPr>
            <a:spLocks noGrp="1"/>
          </p:cNvSpPr>
          <p:nvPr>
            <p:ph type="sldNum" sz="quarter" idx="12"/>
          </p:nvPr>
        </p:nvSpPr>
        <p:spPr/>
        <p:txBody>
          <a:bodyPr/>
          <a:lstStyle/>
          <a:p>
            <a:pPr>
              <a:defRPr/>
            </a:pPr>
            <a:fld id="{3528A275-F695-4062-84D7-CD73CC9EA41B}" type="slidenum">
              <a:rPr lang="en-US" altLang="en-US" smtClean="0"/>
              <a:t>‹#›</a:t>
            </a:fld>
            <a:endParaRPr lang="en-US"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2ECFD784-50E5-4A44-B2E8-CBABAE89D474}" type="datetime3">
              <a:rPr lang="en-US" smtClean="0"/>
              <a:t>24 October 2025</a:t>
            </a:fld>
            <a:endParaRPr lang="en-US"/>
          </a:p>
        </p:txBody>
      </p:sp>
      <p:sp>
        <p:nvSpPr>
          <p:cNvPr id="5" name="Footer Placeholder 4"/>
          <p:cNvSpPr>
            <a:spLocks noGrp="1"/>
          </p:cNvSpPr>
          <p:nvPr>
            <p:ph type="ftr" sz="quarter" idx="11"/>
          </p:nvPr>
        </p:nvSpPr>
        <p:spPr/>
        <p:txBody>
          <a:bodyPr/>
          <a:lstStyle/>
          <a:p>
            <a:pPr>
              <a:defRPr/>
            </a:pPr>
            <a:r>
              <a:rPr lang="en-US"/>
              <a:t>Ph. D. Confirmation Meeting</a:t>
            </a:r>
          </a:p>
        </p:txBody>
      </p:sp>
      <p:sp>
        <p:nvSpPr>
          <p:cNvPr id="6" name="Slide Number Placeholder 5"/>
          <p:cNvSpPr>
            <a:spLocks noGrp="1"/>
          </p:cNvSpPr>
          <p:nvPr>
            <p:ph type="sldNum" sz="quarter" idx="12"/>
          </p:nvPr>
        </p:nvSpPr>
        <p:spPr/>
        <p:txBody>
          <a:bodyPr/>
          <a:lstStyle/>
          <a:p>
            <a:pPr>
              <a:defRPr/>
            </a:pPr>
            <a:fld id="{D7FDC4A1-3E37-4D52-91A4-6DAF3E8FA59F}" type="slidenum">
              <a:rPr lang="en-US" altLang="en-US" smtClean="0"/>
              <a:t>‹#›</a:t>
            </a:fld>
            <a:endParaRPr lang="en-US"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71551" y="1761068"/>
            <a:ext cx="7192913"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971551" y="3589879"/>
            <a:ext cx="7192913" cy="150705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pPr>
              <a:defRPr/>
            </a:pPr>
            <a:fld id="{223E4549-EC7F-4640-9B2D-18F92B88FE31}" type="datetime3">
              <a:rPr lang="en-US" smtClean="0"/>
              <a:t>24 October 2025</a:t>
            </a:fld>
            <a:endParaRPr lang="en-US"/>
          </a:p>
        </p:txBody>
      </p:sp>
      <p:sp>
        <p:nvSpPr>
          <p:cNvPr id="5" name="Footer Placeholder 4"/>
          <p:cNvSpPr>
            <a:spLocks noGrp="1"/>
          </p:cNvSpPr>
          <p:nvPr>
            <p:ph type="ftr" sz="quarter" idx="11"/>
          </p:nvPr>
        </p:nvSpPr>
        <p:spPr/>
        <p:txBody>
          <a:bodyPr/>
          <a:lstStyle/>
          <a:p>
            <a:pPr>
              <a:defRPr/>
            </a:pPr>
            <a:r>
              <a:rPr lang="en-US"/>
              <a:t>Ph. D. Confirmation Meeting</a:t>
            </a:r>
          </a:p>
        </p:txBody>
      </p:sp>
      <p:sp>
        <p:nvSpPr>
          <p:cNvPr id="6" name="Slide Number Placeholder 5"/>
          <p:cNvSpPr>
            <a:spLocks noGrp="1"/>
          </p:cNvSpPr>
          <p:nvPr>
            <p:ph type="sldNum" sz="quarter" idx="12"/>
          </p:nvPr>
        </p:nvSpPr>
        <p:spPr/>
        <p:txBody>
          <a:bodyPr/>
          <a:lstStyle/>
          <a:p>
            <a:pPr>
              <a:defRPr/>
            </a:pPr>
            <a:fld id="{07EE57E0-F58C-4125-B2D3-953E92DB778A}" type="slidenum">
              <a:rPr lang="en-US" altLang="en-US" smtClean="0"/>
              <a:t>‹#›</a:t>
            </a:fld>
            <a:endParaRPr lang="en-US"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5347" y="1732449"/>
            <a:ext cx="3795373" cy="4058750"/>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52169" y="1732450"/>
            <a:ext cx="3798499" cy="405875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pPr>
              <a:defRPr/>
            </a:pPr>
            <a:fld id="{6DCCE34E-2C9B-4278-A055-189F9CA37345}" type="datetime3">
              <a:rPr lang="en-US" smtClean="0"/>
              <a:t>24 October 2025</a:t>
            </a:fld>
            <a:endParaRPr lang="en-US"/>
          </a:p>
        </p:txBody>
      </p:sp>
      <p:sp>
        <p:nvSpPr>
          <p:cNvPr id="6" name="Footer Placeholder 5"/>
          <p:cNvSpPr>
            <a:spLocks noGrp="1"/>
          </p:cNvSpPr>
          <p:nvPr>
            <p:ph type="ftr" sz="quarter" idx="11"/>
          </p:nvPr>
        </p:nvSpPr>
        <p:spPr/>
        <p:txBody>
          <a:bodyPr/>
          <a:lstStyle/>
          <a:p>
            <a:pPr>
              <a:defRPr/>
            </a:pPr>
            <a:r>
              <a:rPr lang="en-US"/>
              <a:t>Ph. D. Confirmation Meeting</a:t>
            </a:r>
          </a:p>
        </p:txBody>
      </p:sp>
      <p:sp>
        <p:nvSpPr>
          <p:cNvPr id="7" name="Slide Number Placeholder 6"/>
          <p:cNvSpPr>
            <a:spLocks noGrp="1"/>
          </p:cNvSpPr>
          <p:nvPr>
            <p:ph type="sldNum" sz="quarter" idx="12"/>
          </p:nvPr>
        </p:nvSpPr>
        <p:spPr/>
        <p:txBody>
          <a:bodyPr/>
          <a:lstStyle/>
          <a:p>
            <a:pPr>
              <a:defRPr/>
            </a:pPr>
            <a:fld id="{F0FF1103-67EA-4F24-A1E1-D0824FF911AF}" type="slidenum">
              <a:rPr lang="en-US" altLang="en-US" smtClean="0"/>
              <a:t>‹#›</a:t>
            </a:fld>
            <a:endParaRPr lang="en-US"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85345" y="1770323"/>
            <a:ext cx="3787423" cy="4112953"/>
          </a:xfrm>
          <a:prstGeom prst="rect">
            <a:avLst/>
          </a:prstGeom>
        </p:spPr>
      </p:pic>
      <p:pic>
        <p:nvPicPr>
          <p:cNvPr id="14" name="Picture 13" descr="Slate-V2-SD-comp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663245" y="1770323"/>
            <a:ext cx="3787423" cy="4112953"/>
          </a:xfrm>
          <a:prstGeom prst="rect">
            <a:avLst/>
          </a:prstGeom>
        </p:spPr>
      </p:pic>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54404" y="1835254"/>
            <a:ext cx="3657258" cy="54488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754404" y="2380138"/>
            <a:ext cx="365725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721225" y="1835255"/>
            <a:ext cx="3671498" cy="544883"/>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21225" y="2380138"/>
            <a:ext cx="3671498" cy="341106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pPr>
              <a:defRPr/>
            </a:pPr>
            <a:fld id="{561C129B-3BF0-422E-9260-084E9720AC0D}" type="datetime3">
              <a:rPr lang="en-US" smtClean="0"/>
              <a:t>24 October 2025</a:t>
            </a:fld>
            <a:endParaRPr lang="en-US"/>
          </a:p>
        </p:txBody>
      </p:sp>
      <p:sp>
        <p:nvSpPr>
          <p:cNvPr id="8" name="Footer Placeholder 7"/>
          <p:cNvSpPr>
            <a:spLocks noGrp="1"/>
          </p:cNvSpPr>
          <p:nvPr>
            <p:ph type="ftr" sz="quarter" idx="11"/>
          </p:nvPr>
        </p:nvSpPr>
        <p:spPr/>
        <p:txBody>
          <a:bodyPr/>
          <a:lstStyle/>
          <a:p>
            <a:pPr>
              <a:defRPr/>
            </a:pPr>
            <a:r>
              <a:rPr lang="en-US"/>
              <a:t>Ph. D. Confirmation Meeting</a:t>
            </a:r>
          </a:p>
        </p:txBody>
      </p:sp>
      <p:sp>
        <p:nvSpPr>
          <p:cNvPr id="9" name="Slide Number Placeholder 8"/>
          <p:cNvSpPr>
            <a:spLocks noGrp="1"/>
          </p:cNvSpPr>
          <p:nvPr>
            <p:ph type="sldNum" sz="quarter" idx="12"/>
          </p:nvPr>
        </p:nvSpPr>
        <p:spPr/>
        <p:txBody>
          <a:bodyPr/>
          <a:lstStyle/>
          <a:p>
            <a:pPr>
              <a:defRPr/>
            </a:pPr>
            <a:fld id="{47385DAF-9129-4320-BFB4-DF52D139B247}" type="slidenum">
              <a:rPr lang="en-US" altLang="en-US" smtClean="0"/>
              <a:t>‹#›</a:t>
            </a:fld>
            <a:endParaRPr lang="en-US"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pPr>
              <a:defRPr/>
            </a:pPr>
            <a:fld id="{8A9B26D9-0625-4E94-A2AF-9928676C4379}" type="datetime3">
              <a:rPr lang="en-US" smtClean="0"/>
              <a:t>24 October 2025</a:t>
            </a:fld>
            <a:endParaRPr lang="en-US"/>
          </a:p>
        </p:txBody>
      </p:sp>
      <p:sp>
        <p:nvSpPr>
          <p:cNvPr id="4" name="Footer Placeholder 3"/>
          <p:cNvSpPr>
            <a:spLocks noGrp="1"/>
          </p:cNvSpPr>
          <p:nvPr>
            <p:ph type="ftr" sz="quarter" idx="11"/>
          </p:nvPr>
        </p:nvSpPr>
        <p:spPr/>
        <p:txBody>
          <a:bodyPr/>
          <a:lstStyle/>
          <a:p>
            <a:pPr>
              <a:defRPr/>
            </a:pPr>
            <a:r>
              <a:rPr lang="en-US"/>
              <a:t>Ph. D. Confirmation Meeting</a:t>
            </a:r>
          </a:p>
        </p:txBody>
      </p:sp>
      <p:sp>
        <p:nvSpPr>
          <p:cNvPr id="5" name="Slide Number Placeholder 4"/>
          <p:cNvSpPr>
            <a:spLocks noGrp="1"/>
          </p:cNvSpPr>
          <p:nvPr>
            <p:ph type="sldNum" sz="quarter" idx="12"/>
          </p:nvPr>
        </p:nvSpPr>
        <p:spPr/>
        <p:txBody>
          <a:bodyPr/>
          <a:lstStyle/>
          <a:p>
            <a:pPr>
              <a:defRPr/>
            </a:pPr>
            <a:fld id="{8BAF1243-8CA4-4964-9E3B-CFB72241A5EF}" type="slidenum">
              <a:rPr lang="en-US" altLang="en-US" smtClean="0"/>
              <a:t>‹#›</a:t>
            </a:fld>
            <a:endParaRPr lang="en-US"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pPr>
              <a:defRPr/>
            </a:pPr>
            <a:fld id="{C722177E-83D7-455D-A7E5-FA1A95AAA3F4}" type="datetime3">
              <a:rPr lang="en-US" smtClean="0"/>
              <a:t>24 October 2025</a:t>
            </a:fld>
            <a:endParaRPr lang="en-US"/>
          </a:p>
        </p:txBody>
      </p:sp>
      <p:sp>
        <p:nvSpPr>
          <p:cNvPr id="3" name="Footer Placeholder 2"/>
          <p:cNvSpPr>
            <a:spLocks noGrp="1"/>
          </p:cNvSpPr>
          <p:nvPr>
            <p:ph type="ftr" sz="quarter" idx="11"/>
          </p:nvPr>
        </p:nvSpPr>
        <p:spPr/>
        <p:txBody>
          <a:bodyPr/>
          <a:lstStyle/>
          <a:p>
            <a:pPr>
              <a:defRPr/>
            </a:pPr>
            <a:r>
              <a:rPr lang="en-US"/>
              <a:t>Ph. D. Confirmation Meeting</a:t>
            </a:r>
          </a:p>
        </p:txBody>
      </p:sp>
      <p:sp>
        <p:nvSpPr>
          <p:cNvPr id="4" name="Slide Number Placeholder 3"/>
          <p:cNvSpPr>
            <a:spLocks noGrp="1"/>
          </p:cNvSpPr>
          <p:nvPr>
            <p:ph type="sldNum" sz="quarter" idx="12"/>
          </p:nvPr>
        </p:nvSpPr>
        <p:spPr/>
        <p:txBody>
          <a:bodyPr/>
          <a:lstStyle/>
          <a:p>
            <a:pPr>
              <a:defRPr/>
            </a:pPr>
            <a:fld id="{A8075E14-64F5-45F6-963B-68CD19DE4518}" type="slidenum">
              <a:rPr lang="en-US" altLang="en-US" smtClean="0"/>
              <a:t>‹#›</a:t>
            </a:fld>
            <a:endParaRPr lang="en-US"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7" y="609600"/>
            <a:ext cx="2780167" cy="1821918"/>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641725" y="609600"/>
            <a:ext cx="4808943" cy="518160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5347" y="2431518"/>
            <a:ext cx="2780167" cy="3359681"/>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DA49DFC4-9A4E-408A-B1DF-7BC0D229C491}" type="datetime3">
              <a:rPr lang="en-US" smtClean="0"/>
              <a:t>24 October 2025</a:t>
            </a:fld>
            <a:endParaRPr lang="en-US"/>
          </a:p>
        </p:txBody>
      </p:sp>
      <p:sp>
        <p:nvSpPr>
          <p:cNvPr id="6" name="Footer Placeholder 5"/>
          <p:cNvSpPr>
            <a:spLocks noGrp="1"/>
          </p:cNvSpPr>
          <p:nvPr>
            <p:ph type="ftr" sz="quarter" idx="11"/>
          </p:nvPr>
        </p:nvSpPr>
        <p:spPr/>
        <p:txBody>
          <a:bodyPr/>
          <a:lstStyle/>
          <a:p>
            <a:pPr>
              <a:defRPr/>
            </a:pPr>
            <a:r>
              <a:rPr lang="en-US"/>
              <a:t>Ph. D. Confirmation Meeting</a:t>
            </a:r>
          </a:p>
        </p:txBody>
      </p:sp>
      <p:sp>
        <p:nvSpPr>
          <p:cNvPr id="7" name="Slide Number Placeholder 6"/>
          <p:cNvSpPr>
            <a:spLocks noGrp="1"/>
          </p:cNvSpPr>
          <p:nvPr>
            <p:ph type="sldNum" sz="quarter" idx="12"/>
          </p:nvPr>
        </p:nvSpPr>
        <p:spPr/>
        <p:txBody>
          <a:bodyPr/>
          <a:lstStyle/>
          <a:p>
            <a:pPr>
              <a:defRPr/>
            </a:pPr>
            <a:fld id="{6E4E8063-F30D-4A22-A7F4-B9F28D23BC57}" type="slidenum">
              <a:rPr lang="en-US" altLang="en-US" smtClean="0"/>
              <a:t>‹#›</a:t>
            </a:fld>
            <a:endParaRPr lang="en-US"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2" name="Picture 11" descr="Slate-V2-SD-vert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44987" y="609923"/>
            <a:ext cx="3428146" cy="5205472"/>
          </a:xfrm>
          <a:prstGeom prst="rect">
            <a:avLst/>
          </a:prstGeom>
        </p:spPr>
      </p:pic>
      <p:sp>
        <p:nvSpPr>
          <p:cNvPr id="2" name="Title 1"/>
          <p:cNvSpPr>
            <a:spLocks noGrp="1"/>
          </p:cNvSpPr>
          <p:nvPr>
            <p:ph type="title"/>
          </p:nvPr>
        </p:nvSpPr>
        <p:spPr>
          <a:xfrm>
            <a:off x="685347" y="609923"/>
            <a:ext cx="3924676" cy="1829338"/>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4976728" y="743989"/>
            <a:ext cx="3165375"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85347" y="2439261"/>
            <a:ext cx="3924676" cy="337613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F00D85D9-D4A0-41D9-95D4-8C4EE84F074F}" type="datetime3">
              <a:rPr lang="en-US" smtClean="0"/>
              <a:t>24 October 2025</a:t>
            </a:fld>
            <a:endParaRPr lang="en-US"/>
          </a:p>
        </p:txBody>
      </p:sp>
      <p:sp>
        <p:nvSpPr>
          <p:cNvPr id="6" name="Footer Placeholder 5"/>
          <p:cNvSpPr>
            <a:spLocks noGrp="1"/>
          </p:cNvSpPr>
          <p:nvPr>
            <p:ph type="ftr" sz="quarter" idx="11"/>
          </p:nvPr>
        </p:nvSpPr>
        <p:spPr/>
        <p:txBody>
          <a:bodyPr/>
          <a:lstStyle/>
          <a:p>
            <a:pPr>
              <a:defRPr/>
            </a:pPr>
            <a:r>
              <a:rPr lang="en-US"/>
              <a:t>Ph. D. Confirmation Meeting</a:t>
            </a:r>
          </a:p>
        </p:txBody>
      </p:sp>
      <p:sp>
        <p:nvSpPr>
          <p:cNvPr id="7" name="Slide Number Placeholder 6"/>
          <p:cNvSpPr>
            <a:spLocks noGrp="1"/>
          </p:cNvSpPr>
          <p:nvPr>
            <p:ph type="sldNum" sz="quarter" idx="12"/>
          </p:nvPr>
        </p:nvSpPr>
        <p:spPr/>
        <p:txBody>
          <a:bodyPr/>
          <a:lstStyle/>
          <a:p>
            <a:pPr>
              <a:defRPr/>
            </a:pPr>
            <a:fld id="{2B4C31E0-74F0-49E0-8383-A4E2BFCE5449}" type="slidenum">
              <a:rPr lang="en-US" altLang="en-US" smtClean="0"/>
              <a:t>‹#›</a:t>
            </a:fld>
            <a:endParaRPr lang="en-US"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Slate-V2-SD-pano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43995" y="540085"/>
            <a:ext cx="7656010" cy="3834374"/>
          </a:xfrm>
          <a:prstGeom prst="rect">
            <a:avLst/>
          </a:prstGeom>
        </p:spPr>
      </p:pic>
      <p:sp>
        <p:nvSpPr>
          <p:cNvPr id="2" name="Title 1"/>
          <p:cNvSpPr>
            <a:spLocks noGrp="1"/>
          </p:cNvSpPr>
          <p:nvPr>
            <p:ph type="title"/>
          </p:nvPr>
        </p:nvSpPr>
        <p:spPr>
          <a:xfrm>
            <a:off x="685354" y="4565255"/>
            <a:ext cx="7766495"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26217" y="695010"/>
            <a:ext cx="7285600"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5346" y="5108728"/>
            <a:ext cx="7765322" cy="682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0FAF254B-AC09-407B-B66E-F27E6FC2A6DC}" type="datetime3">
              <a:rPr lang="en-US" smtClean="0"/>
              <a:t>24 October 2025</a:t>
            </a:fld>
            <a:endParaRPr lang="en-US"/>
          </a:p>
        </p:txBody>
      </p:sp>
      <p:sp>
        <p:nvSpPr>
          <p:cNvPr id="6" name="Footer Placeholder 5"/>
          <p:cNvSpPr>
            <a:spLocks noGrp="1"/>
          </p:cNvSpPr>
          <p:nvPr>
            <p:ph type="ftr" sz="quarter" idx="11"/>
          </p:nvPr>
        </p:nvSpPr>
        <p:spPr/>
        <p:txBody>
          <a:bodyPr/>
          <a:lstStyle/>
          <a:p>
            <a:pPr>
              <a:defRPr/>
            </a:pPr>
            <a:r>
              <a:rPr lang="en-US"/>
              <a:t>Ph. D. Confirmation Meeting</a:t>
            </a:r>
          </a:p>
        </p:txBody>
      </p:sp>
      <p:sp>
        <p:nvSpPr>
          <p:cNvPr id="7" name="Slide Number Placeholder 6"/>
          <p:cNvSpPr>
            <a:spLocks noGrp="1"/>
          </p:cNvSpPr>
          <p:nvPr>
            <p:ph type="sldNum" sz="quarter" idx="12"/>
          </p:nvPr>
        </p:nvSpPr>
        <p:spPr/>
        <p:txBody>
          <a:bodyPr/>
          <a:lstStyle/>
          <a:p>
            <a:pPr>
              <a:defRPr/>
            </a:pPr>
            <a:fld id="{2666809A-18BD-4055-8A1C-0AD07A99812D}" type="slidenum">
              <a:rPr lang="en-US" altLang="en-US" smtClean="0"/>
              <a:t>‹#›</a:t>
            </a:fld>
            <a:endParaRPr lang="en-US" altLang="en-US"/>
          </a:p>
        </p:txBody>
      </p:sp>
    </p:spTree>
  </p:cSld>
  <p:clrMapOvr>
    <a:masterClrMapping/>
  </p:clrMapOvr>
  <p:hf hd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85346" y="608437"/>
            <a:ext cx="7765322" cy="3534344"/>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46" y="4295180"/>
            <a:ext cx="7765322"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0FAF254B-AC09-407B-B66E-F27E6FC2A6DC}" type="datetime3">
              <a:rPr lang="en-US" smtClean="0"/>
              <a:t>24 October 2025</a:t>
            </a:fld>
            <a:endParaRPr lang="en-US"/>
          </a:p>
        </p:txBody>
      </p:sp>
      <p:sp>
        <p:nvSpPr>
          <p:cNvPr id="6" name="Footer Placeholder 5"/>
          <p:cNvSpPr>
            <a:spLocks noGrp="1"/>
          </p:cNvSpPr>
          <p:nvPr>
            <p:ph type="ftr" sz="quarter" idx="11"/>
          </p:nvPr>
        </p:nvSpPr>
        <p:spPr/>
        <p:txBody>
          <a:bodyPr/>
          <a:lstStyle/>
          <a:p>
            <a:pPr>
              <a:defRPr/>
            </a:pPr>
            <a:r>
              <a:rPr lang="en-US"/>
              <a:t>Ph. D. Confirmation Meeting</a:t>
            </a:r>
          </a:p>
        </p:txBody>
      </p:sp>
      <p:sp>
        <p:nvSpPr>
          <p:cNvPr id="7" name="Slide Number Placeholder 6"/>
          <p:cNvSpPr>
            <a:spLocks noGrp="1"/>
          </p:cNvSpPr>
          <p:nvPr>
            <p:ph type="sldNum" sz="quarter" idx="12"/>
          </p:nvPr>
        </p:nvSpPr>
        <p:spPr/>
        <p:txBody>
          <a:bodyPr/>
          <a:lstStyle/>
          <a:p>
            <a:pPr>
              <a:defRPr/>
            </a:pPr>
            <a:fld id="{2666809A-18BD-4055-8A1C-0AD07A99812D}" type="slidenum">
              <a:rPr lang="en-US" altLang="en-US" smtClean="0"/>
              <a:t>‹#›</a:t>
            </a:fld>
            <a:endParaRPr lang="en-US" altLang="en-US"/>
          </a:p>
        </p:txBody>
      </p:sp>
    </p:spTree>
  </p:cSld>
  <p:clrMapOvr>
    <a:masterClrMapping/>
  </p:clrMapOvr>
  <p:hf hd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84659" y="609600"/>
            <a:ext cx="6977064"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290484" y="3610033"/>
            <a:ext cx="6564224"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5346" y="4304353"/>
            <a:ext cx="7765322"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0FAF254B-AC09-407B-B66E-F27E6FC2A6DC}" type="datetime3">
              <a:rPr lang="en-US" smtClean="0"/>
              <a:t>24 October 2025</a:t>
            </a:fld>
            <a:endParaRPr lang="en-US"/>
          </a:p>
        </p:txBody>
      </p:sp>
      <p:sp>
        <p:nvSpPr>
          <p:cNvPr id="6" name="Footer Placeholder 5"/>
          <p:cNvSpPr>
            <a:spLocks noGrp="1"/>
          </p:cNvSpPr>
          <p:nvPr>
            <p:ph type="ftr" sz="quarter" idx="11"/>
          </p:nvPr>
        </p:nvSpPr>
        <p:spPr/>
        <p:txBody>
          <a:bodyPr/>
          <a:lstStyle/>
          <a:p>
            <a:pPr>
              <a:defRPr/>
            </a:pPr>
            <a:r>
              <a:rPr lang="en-US"/>
              <a:t>Ph. D. Confirmation Meeting</a:t>
            </a:r>
          </a:p>
        </p:txBody>
      </p:sp>
      <p:sp>
        <p:nvSpPr>
          <p:cNvPr id="7" name="Slide Number Placeholder 6"/>
          <p:cNvSpPr>
            <a:spLocks noGrp="1"/>
          </p:cNvSpPr>
          <p:nvPr>
            <p:ph type="sldNum" sz="quarter" idx="12"/>
          </p:nvPr>
        </p:nvSpPr>
        <p:spPr/>
        <p:txBody>
          <a:bodyPr/>
          <a:lstStyle/>
          <a:p>
            <a:pPr>
              <a:defRPr/>
            </a:pPr>
            <a:fld id="{2666809A-18BD-4055-8A1C-0AD07A99812D}" type="slidenum">
              <a:rPr lang="en-US" altLang="en-US" smtClean="0"/>
              <a:t>‹#›</a:t>
            </a:fld>
            <a:endParaRPr lang="en-US" altLang="en-US"/>
          </a:p>
        </p:txBody>
      </p:sp>
      <p:sp>
        <p:nvSpPr>
          <p:cNvPr id="11" name="TextBox 10"/>
          <p:cNvSpPr txBox="1"/>
          <p:nvPr/>
        </p:nvSpPr>
        <p:spPr>
          <a:xfrm>
            <a:off x="627459" y="873912"/>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7828359" y="2933245"/>
            <a:ext cx="4572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cSld>
  <p:clrMapOvr>
    <a:masterClrMapping/>
  </p:clrMapOvr>
  <p:hf hd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85346" y="2126943"/>
            <a:ext cx="7765322"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5339" y="4650556"/>
            <a:ext cx="776414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pPr>
              <a:defRPr/>
            </a:pPr>
            <a:fld id="{0FAF254B-AC09-407B-B66E-F27E6FC2A6DC}" type="datetime3">
              <a:rPr lang="en-US" smtClean="0"/>
              <a:t>24 October 2025</a:t>
            </a:fld>
            <a:endParaRPr lang="en-US"/>
          </a:p>
        </p:txBody>
      </p:sp>
      <p:sp>
        <p:nvSpPr>
          <p:cNvPr id="6" name="Footer Placeholder 5"/>
          <p:cNvSpPr>
            <a:spLocks noGrp="1"/>
          </p:cNvSpPr>
          <p:nvPr>
            <p:ph type="ftr" sz="quarter" idx="11"/>
          </p:nvPr>
        </p:nvSpPr>
        <p:spPr/>
        <p:txBody>
          <a:bodyPr/>
          <a:lstStyle/>
          <a:p>
            <a:pPr>
              <a:defRPr/>
            </a:pPr>
            <a:r>
              <a:rPr lang="en-US"/>
              <a:t>Ph. D. Confirmation Meeting</a:t>
            </a:r>
          </a:p>
        </p:txBody>
      </p:sp>
      <p:sp>
        <p:nvSpPr>
          <p:cNvPr id="7" name="Slide Number Placeholder 6"/>
          <p:cNvSpPr>
            <a:spLocks noGrp="1"/>
          </p:cNvSpPr>
          <p:nvPr>
            <p:ph type="sldNum" sz="quarter" idx="12"/>
          </p:nvPr>
        </p:nvSpPr>
        <p:spPr/>
        <p:txBody>
          <a:bodyPr/>
          <a:lstStyle/>
          <a:p>
            <a:pPr>
              <a:defRPr/>
            </a:pPr>
            <a:fld id="{2666809A-18BD-4055-8A1C-0AD07A99812D}" type="slidenum">
              <a:rPr lang="en-US" altLang="en-US" smtClean="0"/>
              <a:t>‹#›</a:t>
            </a:fld>
            <a:endParaRPr lang="en-US" altLang="en-US"/>
          </a:p>
        </p:txBody>
      </p:sp>
    </p:spTree>
  </p:cSld>
  <p:clrMapOvr>
    <a:masterClrMapping/>
  </p:clrMapOvr>
  <p:hf hd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685346"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534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335033"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331076"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5974929" y="1885950"/>
            <a:ext cx="2475738" cy="576262"/>
          </a:xfrm>
        </p:spPr>
        <p:txBody>
          <a:bodyPr anchor="b">
            <a:noAutofit/>
          </a:bodyPr>
          <a:lstStyle>
            <a:lvl1pPr marL="0" indent="0" algn="ctr">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5974929" y="2571750"/>
            <a:ext cx="2475738" cy="3219450"/>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fld id="{0FAF254B-AC09-407B-B66E-F27E6FC2A6DC}" type="datetime3">
              <a:rPr lang="en-US" smtClean="0"/>
              <a:t>24 October 2025</a:t>
            </a:fld>
            <a:endParaRPr lang="en-US"/>
          </a:p>
        </p:txBody>
      </p:sp>
      <p:sp>
        <p:nvSpPr>
          <p:cNvPr id="4" name="Footer Placeholder 3"/>
          <p:cNvSpPr>
            <a:spLocks noGrp="1"/>
          </p:cNvSpPr>
          <p:nvPr>
            <p:ph type="ftr" sz="quarter" idx="11"/>
          </p:nvPr>
        </p:nvSpPr>
        <p:spPr/>
        <p:txBody>
          <a:bodyPr/>
          <a:lstStyle/>
          <a:p>
            <a:pPr>
              <a:defRPr/>
            </a:pPr>
            <a:r>
              <a:rPr lang="en-US"/>
              <a:t>Ph. D. Confirmation Meeting</a:t>
            </a:r>
          </a:p>
        </p:txBody>
      </p:sp>
      <p:sp>
        <p:nvSpPr>
          <p:cNvPr id="5" name="Slide Number Placeholder 4"/>
          <p:cNvSpPr>
            <a:spLocks noGrp="1"/>
          </p:cNvSpPr>
          <p:nvPr>
            <p:ph type="sldNum" sz="quarter" idx="12"/>
          </p:nvPr>
        </p:nvSpPr>
        <p:spPr/>
        <p:txBody>
          <a:bodyPr/>
          <a:lstStyle/>
          <a:p>
            <a:pPr>
              <a:defRPr/>
            </a:pPr>
            <a:fld id="{2666809A-18BD-4055-8A1C-0AD07A99812D}" type="slidenum">
              <a:rPr lang="en-US" altLang="en-US" smtClean="0"/>
              <a:t>‹#›</a:t>
            </a:fld>
            <a:endParaRPr lang="en-US" altLang="en-US"/>
          </a:p>
        </p:txBody>
      </p:sp>
    </p:spTree>
  </p:cSld>
  <p:clrMapOvr>
    <a:masterClrMapping/>
  </p:clrMapOvr>
  <p:hf hd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6" name="Picture 5"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59239" y="1826045"/>
            <a:ext cx="2529046" cy="1833558"/>
          </a:xfrm>
          <a:prstGeom prst="rect">
            <a:avLst/>
          </a:prstGeom>
        </p:spPr>
      </p:pic>
      <p:pic>
        <p:nvPicPr>
          <p:cNvPr id="28" name="Picture 27"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293813" y="1826045"/>
            <a:ext cx="2529046" cy="1833558"/>
          </a:xfrm>
          <a:prstGeom prst="rect">
            <a:avLst/>
          </a:prstGeom>
        </p:spPr>
      </p:pic>
      <p:pic>
        <p:nvPicPr>
          <p:cNvPr id="29" name="Picture 28" descr="Slate-V2-SD-3colPhotoInse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921715" y="1826045"/>
            <a:ext cx="2529046" cy="1833558"/>
          </a:xfrm>
          <a:prstGeom prst="rect">
            <a:avLst/>
          </a:prstGeom>
        </p:spPr>
      </p:pic>
      <p:sp>
        <p:nvSpPr>
          <p:cNvPr id="30" name="Title 1"/>
          <p:cNvSpPr>
            <a:spLocks noGrp="1"/>
          </p:cNvSpPr>
          <p:nvPr>
            <p:ph type="title"/>
          </p:nvPr>
        </p:nvSpPr>
        <p:spPr>
          <a:xfrm>
            <a:off x="685346" y="609600"/>
            <a:ext cx="7765322"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5346"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763577" y="1938918"/>
            <a:ext cx="2319276"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5346" y="4480369"/>
            <a:ext cx="2475738"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332091"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409307" y="1939094"/>
            <a:ext cx="2319276"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331075" y="4480368"/>
            <a:ext cx="2476753" cy="1310833"/>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5975023" y="3904106"/>
            <a:ext cx="2475738"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6056774" y="1934432"/>
            <a:ext cx="2319276"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5974929" y="4480366"/>
            <a:ext cx="2475738" cy="131083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pPr>
              <a:defRPr/>
            </a:pPr>
            <a:fld id="{0FAF254B-AC09-407B-B66E-F27E6FC2A6DC}" type="datetime3">
              <a:rPr lang="en-US" smtClean="0"/>
              <a:t>24 October 2025</a:t>
            </a:fld>
            <a:endParaRPr lang="en-US"/>
          </a:p>
        </p:txBody>
      </p:sp>
      <p:sp>
        <p:nvSpPr>
          <p:cNvPr id="4" name="Footer Placeholder 3"/>
          <p:cNvSpPr>
            <a:spLocks noGrp="1"/>
          </p:cNvSpPr>
          <p:nvPr>
            <p:ph type="ftr" sz="quarter" idx="11"/>
          </p:nvPr>
        </p:nvSpPr>
        <p:spPr/>
        <p:txBody>
          <a:bodyPr/>
          <a:lstStyle/>
          <a:p>
            <a:pPr>
              <a:defRPr/>
            </a:pPr>
            <a:r>
              <a:rPr lang="en-US"/>
              <a:t>Ph. D. Confirmation Meeting</a:t>
            </a:r>
          </a:p>
        </p:txBody>
      </p:sp>
      <p:sp>
        <p:nvSpPr>
          <p:cNvPr id="5" name="Slide Number Placeholder 4"/>
          <p:cNvSpPr>
            <a:spLocks noGrp="1"/>
          </p:cNvSpPr>
          <p:nvPr>
            <p:ph type="sldNum" sz="quarter" idx="12"/>
          </p:nvPr>
        </p:nvSpPr>
        <p:spPr/>
        <p:txBody>
          <a:bodyPr/>
          <a:lstStyle/>
          <a:p>
            <a:pPr>
              <a:defRPr/>
            </a:pPr>
            <a:fld id="{2666809A-18BD-4055-8A1C-0AD07A99812D}" type="slidenum">
              <a:rPr lang="en-US" altLang="en-US" smtClean="0"/>
              <a:t>‹#›</a:t>
            </a:fld>
            <a:endParaRPr lang="en-US" altLang="en-US"/>
          </a:p>
        </p:txBody>
      </p:sp>
    </p:spTree>
  </p:cSld>
  <p:clrMapOvr>
    <a:masterClrMapping/>
  </p:clrMapOvr>
  <p:hf hdr="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92D4644A-4FB2-4B6F-A4A9-7F334B6D1432}" type="datetime3">
              <a:rPr lang="en-US" smtClean="0"/>
              <a:t>24 October 2025</a:t>
            </a:fld>
            <a:endParaRPr lang="en-US"/>
          </a:p>
        </p:txBody>
      </p:sp>
      <p:sp>
        <p:nvSpPr>
          <p:cNvPr id="5" name="Footer Placeholder 4"/>
          <p:cNvSpPr>
            <a:spLocks noGrp="1"/>
          </p:cNvSpPr>
          <p:nvPr>
            <p:ph type="ftr" sz="quarter" idx="11"/>
          </p:nvPr>
        </p:nvSpPr>
        <p:spPr/>
        <p:txBody>
          <a:bodyPr/>
          <a:lstStyle/>
          <a:p>
            <a:pPr>
              <a:defRPr/>
            </a:pPr>
            <a:r>
              <a:rPr lang="en-US"/>
              <a:t>Ph. D. Confirmation Meeting</a:t>
            </a:r>
          </a:p>
        </p:txBody>
      </p:sp>
      <p:sp>
        <p:nvSpPr>
          <p:cNvPr id="6" name="Slide Number Placeholder 5"/>
          <p:cNvSpPr>
            <a:spLocks noGrp="1"/>
          </p:cNvSpPr>
          <p:nvPr>
            <p:ph type="sldNum" sz="quarter" idx="12"/>
          </p:nvPr>
        </p:nvSpPr>
        <p:spPr/>
        <p:txBody>
          <a:bodyPr/>
          <a:lstStyle/>
          <a:p>
            <a:pPr>
              <a:defRPr/>
            </a:pPr>
            <a:fld id="{7D82493D-3704-4D8E-AD57-5997DED6E0D2}" type="slidenum">
              <a:rPr lang="en-US" altLang="en-US" smtClean="0"/>
              <a:t>‹#›</a:t>
            </a:fld>
            <a:endParaRPr lang="en-US"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737302" y="609600"/>
            <a:ext cx="1713365"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685347" y="609600"/>
            <a:ext cx="5937654"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pPr>
              <a:defRPr/>
            </a:pPr>
            <a:fld id="{614E3B96-9F71-4565-96EA-C6D4E8B185D3}" type="datetime3">
              <a:rPr lang="en-US" smtClean="0"/>
              <a:t>24 October 2025</a:t>
            </a:fld>
            <a:endParaRPr lang="en-US"/>
          </a:p>
        </p:txBody>
      </p:sp>
      <p:sp>
        <p:nvSpPr>
          <p:cNvPr id="5" name="Footer Placeholder 4"/>
          <p:cNvSpPr>
            <a:spLocks noGrp="1"/>
          </p:cNvSpPr>
          <p:nvPr>
            <p:ph type="ftr" sz="quarter" idx="11"/>
          </p:nvPr>
        </p:nvSpPr>
        <p:spPr/>
        <p:txBody>
          <a:bodyPr/>
          <a:lstStyle/>
          <a:p>
            <a:pPr>
              <a:defRPr/>
            </a:pPr>
            <a:r>
              <a:rPr lang="en-US"/>
              <a:t>Ph. D. Confirmation Meeting</a:t>
            </a:r>
          </a:p>
        </p:txBody>
      </p:sp>
      <p:sp>
        <p:nvSpPr>
          <p:cNvPr id="6" name="Slide Number Placeholder 5"/>
          <p:cNvSpPr>
            <a:spLocks noGrp="1"/>
          </p:cNvSpPr>
          <p:nvPr>
            <p:ph type="sldNum" sz="quarter" idx="12"/>
          </p:nvPr>
        </p:nvSpPr>
        <p:spPr/>
        <p:txBody>
          <a:bodyPr/>
          <a:lstStyle/>
          <a:p>
            <a:pPr>
              <a:defRPr/>
            </a:pPr>
            <a:fld id="{37AC25B2-26DF-4987-9A51-382AFF148B46}" type="slidenum">
              <a:rPr lang="en-US" altLang="en-US" smtClean="0"/>
              <a:t>‹#›</a:t>
            </a:fld>
            <a:endParaRPr lang="en-US"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5346" y="609600"/>
            <a:ext cx="7765322" cy="97045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5346" y="1732450"/>
            <a:ext cx="7765322" cy="4058751"/>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5759052" y="5883276"/>
            <a:ext cx="2057400"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pPr>
              <a:defRPr/>
            </a:pPr>
            <a:fld id="{0FAF254B-AC09-407B-B66E-F27E6FC2A6DC}" type="datetime3">
              <a:rPr lang="en-US" smtClean="0"/>
              <a:t>24 October 2025</a:t>
            </a:fld>
            <a:endParaRPr lang="en-US"/>
          </a:p>
        </p:txBody>
      </p:sp>
      <p:sp>
        <p:nvSpPr>
          <p:cNvPr id="5" name="Footer Placeholder 4"/>
          <p:cNvSpPr>
            <a:spLocks noGrp="1"/>
          </p:cNvSpPr>
          <p:nvPr>
            <p:ph type="ftr" sz="quarter" idx="3"/>
          </p:nvPr>
        </p:nvSpPr>
        <p:spPr>
          <a:xfrm>
            <a:off x="685347" y="5883276"/>
            <a:ext cx="5004649" cy="365125"/>
          </a:xfrm>
          <a:prstGeom prst="rect">
            <a:avLst/>
          </a:prstGeom>
        </p:spPr>
        <p:txBody>
          <a:bodyPr vert="horz" lIns="91440" tIns="45720" rIns="91440" bIns="45720" rtlCol="0" anchor="ctr"/>
          <a:lstStyle>
            <a:lvl1pPr algn="l">
              <a:defRPr sz="1000">
                <a:solidFill>
                  <a:schemeClr val="tx1">
                    <a:lumMod val="95000"/>
                  </a:schemeClr>
                </a:solidFill>
                <a:effectLst>
                  <a:outerShdw blurRad="50800" dist="38100" dir="2700000" algn="tl" rotWithShape="0">
                    <a:schemeClr val="bg1">
                      <a:alpha val="43000"/>
                    </a:schemeClr>
                  </a:outerShdw>
                </a:effectLst>
              </a:defRPr>
            </a:lvl1pPr>
          </a:lstStyle>
          <a:p>
            <a:pPr>
              <a:defRPr/>
            </a:pPr>
            <a:r>
              <a:rPr lang="en-US"/>
              <a:t>Ph. D. Confirmation Meeting</a:t>
            </a:r>
          </a:p>
        </p:txBody>
      </p:sp>
      <p:sp>
        <p:nvSpPr>
          <p:cNvPr id="6" name="Slide Number Placeholder 5"/>
          <p:cNvSpPr>
            <a:spLocks noGrp="1"/>
          </p:cNvSpPr>
          <p:nvPr>
            <p:ph type="sldNum" sz="quarter" idx="4"/>
          </p:nvPr>
        </p:nvSpPr>
        <p:spPr>
          <a:xfrm>
            <a:off x="7885509" y="5883276"/>
            <a:ext cx="565159" cy="365125"/>
          </a:xfrm>
          <a:prstGeom prst="rect">
            <a:avLst/>
          </a:prstGeom>
        </p:spPr>
        <p:txBody>
          <a:bodyPr vert="horz" lIns="91440" tIns="45720" rIns="91440" bIns="45720" rtlCol="0" anchor="ctr"/>
          <a:lstStyle>
            <a:lvl1pPr algn="r">
              <a:defRPr sz="1000">
                <a:solidFill>
                  <a:schemeClr val="tx1">
                    <a:lumMod val="95000"/>
                  </a:schemeClr>
                </a:solidFill>
                <a:effectLst>
                  <a:outerShdw blurRad="50800" dist="38100" dir="2700000" algn="tl" rotWithShape="0">
                    <a:schemeClr val="bg1">
                      <a:alpha val="43000"/>
                    </a:schemeClr>
                  </a:outerShdw>
                </a:effectLst>
              </a:defRPr>
            </a:lvl1pPr>
          </a:lstStyle>
          <a:p>
            <a:pPr>
              <a:defRPr/>
            </a:pPr>
            <a:fld id="{2666809A-18BD-4055-8A1C-0AD07A99812D}" type="slidenum">
              <a:rPr lang="en-US" altLang="en-US" smtClean="0"/>
              <a:t>‹#›</a:t>
            </a:fld>
            <a:endParaRPr lang="en-US" alt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hdr="0"/>
  <p:txStyles>
    <p:titleStyle>
      <a:lvl1pPr algn="ctr" defTabSz="457200" rtl="0" eaLnBrk="1" latinLnBrk="0" hangingPunct="1">
        <a:spcBef>
          <a:spcPct val="0"/>
        </a:spcBef>
        <a:buNone/>
        <a:defRPr sz="4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panose="020B0603020202020204"/>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70" algn="l" defTabSz="457200" rtl="0" eaLnBrk="1" latinLnBrk="0" hangingPunct="1">
        <a:spcBef>
          <a:spcPct val="20000"/>
        </a:spcBef>
        <a:spcAft>
          <a:spcPts val="600"/>
        </a:spcAft>
        <a:buClr>
          <a:schemeClr val="tx2"/>
        </a:buClr>
        <a:buSzPct val="70000"/>
        <a:buFont typeface="Wingdings 2" panose="05020102010507070707" charset="2"/>
        <a:buChar char=""/>
        <a:defRPr sz="20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90" indent="-269875" algn="l" defTabSz="457200" rtl="0" eaLnBrk="1" latinLnBrk="0" hangingPunct="1">
        <a:spcBef>
          <a:spcPct val="20000"/>
        </a:spcBef>
        <a:spcAft>
          <a:spcPts val="600"/>
        </a:spcAft>
        <a:buClr>
          <a:schemeClr val="tx2"/>
        </a:buClr>
        <a:buSzPct val="70000"/>
        <a:buFont typeface="Wingdings 2" panose="05020102010507070707"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160" indent="-215900" algn="l" defTabSz="457200" rtl="0" eaLnBrk="1" latinLnBrk="0" hangingPunct="1">
        <a:spcBef>
          <a:spcPct val="20000"/>
        </a:spcBef>
        <a:spcAft>
          <a:spcPts val="600"/>
        </a:spcAft>
        <a:buClr>
          <a:schemeClr val="tx2"/>
        </a:buClr>
        <a:buSzPct val="70000"/>
        <a:buFont typeface="Wingdings 2" panose="05020102010507070707"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205" indent="-215900" algn="l" defTabSz="457200" rtl="0" eaLnBrk="1" latinLnBrk="0" hangingPunct="1">
        <a:spcBef>
          <a:spcPct val="20000"/>
        </a:spcBef>
        <a:spcAft>
          <a:spcPts val="600"/>
        </a:spcAft>
        <a:buClr>
          <a:schemeClr val="tx2"/>
        </a:buClr>
        <a:buSzPct val="70000"/>
        <a:buFont typeface="Wingdings 2" panose="05020102010507070707"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3860" indent="-215900" algn="l" defTabSz="457200" rtl="0" eaLnBrk="1" latinLnBrk="0" hangingPunct="1">
        <a:spcBef>
          <a:spcPct val="20000"/>
        </a:spcBef>
        <a:spcAft>
          <a:spcPts val="600"/>
        </a:spcAft>
        <a:buClr>
          <a:schemeClr val="tx2"/>
        </a:buClr>
        <a:buSzPct val="70000"/>
        <a:buFont typeface="Wingdings 2" panose="05020102010507070707"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855" indent="-228600" algn="l" defTabSz="457200" rtl="0" eaLnBrk="1" latinLnBrk="0" hangingPunct="1">
        <a:spcBef>
          <a:spcPct val="20000"/>
        </a:spcBef>
        <a:spcAft>
          <a:spcPts val="600"/>
        </a:spcAft>
        <a:buClr>
          <a:schemeClr val="tx2"/>
        </a:buClr>
        <a:buSzPct val="70000"/>
        <a:buFont typeface="Wingdings 2" panose="05020102010507070707"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570" indent="-228600" algn="l" defTabSz="457200" rtl="0" eaLnBrk="1" latinLnBrk="0" hangingPunct="1">
        <a:spcBef>
          <a:spcPct val="20000"/>
        </a:spcBef>
        <a:spcAft>
          <a:spcPts val="600"/>
        </a:spcAft>
        <a:buClr>
          <a:schemeClr val="tx2"/>
        </a:buClr>
        <a:buSzPct val="70000"/>
        <a:buFont typeface="Wingdings 2" panose="05020102010507070707"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8920" indent="-228600" algn="l" defTabSz="457200" rtl="0" eaLnBrk="1" latinLnBrk="0" hangingPunct="1">
        <a:spcBef>
          <a:spcPct val="20000"/>
        </a:spcBef>
        <a:spcAft>
          <a:spcPts val="600"/>
        </a:spcAft>
        <a:buClr>
          <a:schemeClr val="tx2"/>
        </a:buClr>
        <a:buSzPct val="70000"/>
        <a:buFont typeface="Wingdings 2" panose="05020102010507070707"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420" indent="-228600" algn="l" defTabSz="457200" rtl="0" eaLnBrk="1" latinLnBrk="0" hangingPunct="1">
        <a:spcBef>
          <a:spcPct val="20000"/>
        </a:spcBef>
        <a:spcAft>
          <a:spcPts val="600"/>
        </a:spcAft>
        <a:buClr>
          <a:schemeClr val="tx2"/>
        </a:buClr>
        <a:buSzPct val="70000"/>
        <a:buFont typeface="Wingdings 2" panose="05020102010507070707"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75039" y="-131235"/>
            <a:ext cx="7765322" cy="3158067"/>
          </a:xfrm>
        </p:spPr>
        <p:txBody>
          <a:bodyPr>
            <a:normAutofit/>
          </a:bodyPr>
          <a:lstStyle/>
          <a:p>
            <a:pPr marL="332105"/>
            <a:r>
              <a:rPr lang="en-US" altLang="en-US" sz="1800" dirty="0"/>
              <a:t>R.M.K. COLLEGE OF ENGINEERING AND </a:t>
            </a:r>
            <a:br>
              <a:rPr lang="en-US" altLang="en-US" sz="1800" dirty="0"/>
            </a:br>
            <a:br>
              <a:rPr lang="en-US" altLang="en-US" sz="1800" dirty="0"/>
            </a:br>
            <a:r>
              <a:rPr lang="en-US" altLang="en-US" sz="1800" dirty="0"/>
              <a:t>TECHNOLOGY      </a:t>
            </a:r>
            <a:br>
              <a:rPr lang="en-IN" altLang="en-US" sz="1800" dirty="0"/>
            </a:br>
            <a:r>
              <a:rPr lang="en-US" altLang="en-US" sz="1800" dirty="0"/>
              <a:t>RSM NAGAR, PUDUVOYAL - 601 206</a:t>
            </a:r>
            <a:br>
              <a:rPr lang="en-US" altLang="en-US" dirty="0"/>
            </a:br>
            <a:endParaRPr lang="en-US" altLang="en-US" sz="4400" b="1" dirty="0">
              <a:solidFill>
                <a:srgbClr val="FFFF00"/>
              </a:solidFill>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8305800" y="5257800"/>
            <a:ext cx="69122" cy="152401"/>
          </a:xfrm>
        </p:spPr>
        <p:txBody>
          <a:bodyPr>
            <a:normAutofit fontScale="25000" lnSpcReduction="20000"/>
          </a:bodyPr>
          <a:lstStyle/>
          <a:p>
            <a:pPr marL="26035" indent="0">
              <a:spcBef>
                <a:spcPts val="925"/>
              </a:spcBef>
              <a:buNone/>
            </a:pPr>
            <a:r>
              <a:rPr lang="en-US" altLang="en-US" sz="1800" b="1" dirty="0">
                <a:solidFill>
                  <a:srgbClr val="FFFF00"/>
                </a:solidFill>
                <a:latin typeface="Times New Roman" panose="02020603050405020304" pitchFamily="18" charset="0"/>
                <a:cs typeface="Times New Roman" panose="02020603050405020304" pitchFamily="18" charset="0"/>
              </a:rPr>
              <a:t>.</a:t>
            </a:r>
          </a:p>
        </p:txBody>
      </p:sp>
      <p:pic>
        <p:nvPicPr>
          <p:cNvPr id="7" name="image1.jpe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 y="190500"/>
            <a:ext cx="1447800" cy="121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image2.jpe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924800" y="190500"/>
            <a:ext cx="1143000" cy="110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Box 8"/>
          <p:cNvSpPr txBox="1"/>
          <p:nvPr/>
        </p:nvSpPr>
        <p:spPr>
          <a:xfrm>
            <a:off x="282939" y="2748726"/>
            <a:ext cx="8213361" cy="3893374"/>
          </a:xfrm>
          <a:prstGeom prst="rect">
            <a:avLst/>
          </a:prstGeom>
          <a:noFill/>
        </p:spPr>
        <p:txBody>
          <a:bodyPr wrap="square" rtlCol="0">
            <a:spAutoFit/>
          </a:bodyPr>
          <a:lstStyle/>
          <a:p>
            <a:pPr marL="332105">
              <a:spcBef>
                <a:spcPts val="925"/>
              </a:spcBef>
            </a:pPr>
            <a:r>
              <a:rPr lang="en-US" altLang="en-US" b="1" dirty="0">
                <a:solidFill>
                  <a:srgbClr val="00FFFF"/>
                </a:solidFill>
                <a:latin typeface="Times New Roman" panose="02020603050405020304" pitchFamily="18" charset="0"/>
                <a:cs typeface="Times New Roman" panose="02020603050405020304" pitchFamily="18" charset="0"/>
              </a:rPr>
              <a:t>                                    </a:t>
            </a:r>
            <a:r>
              <a:rPr lang="en-US" altLang="en-US" sz="2800" b="1" dirty="0">
                <a:solidFill>
                  <a:srgbClr val="00FFFF"/>
                </a:solidFill>
                <a:latin typeface="Times New Roman" panose="02020603050405020304" pitchFamily="18" charset="0"/>
                <a:cs typeface="Times New Roman" panose="02020603050405020304" pitchFamily="18" charset="0"/>
              </a:rPr>
              <a:t>DEPARTMENT OF ECE</a:t>
            </a:r>
          </a:p>
          <a:p>
            <a:pPr marL="332105">
              <a:spcBef>
                <a:spcPts val="925"/>
              </a:spcBef>
            </a:pPr>
            <a:endParaRPr lang="en-IN" altLang="en-US" sz="2000" b="1" dirty="0">
              <a:solidFill>
                <a:srgbClr val="00FFFF"/>
              </a:solidFill>
              <a:latin typeface="Times New Roman" panose="02020603050405020304" pitchFamily="18" charset="0"/>
              <a:cs typeface="Times New Roman" panose="02020603050405020304" pitchFamily="18" charset="0"/>
            </a:endParaRPr>
          </a:p>
          <a:p>
            <a:pPr marL="332105">
              <a:spcBef>
                <a:spcPts val="925"/>
              </a:spcBef>
            </a:pPr>
            <a:r>
              <a:rPr lang="en-IN" altLang="en-US" sz="2000" b="1" dirty="0">
                <a:solidFill>
                  <a:srgbClr val="00FFFF"/>
                </a:solidFill>
                <a:latin typeface="Times New Roman" panose="02020603050405020304" pitchFamily="18" charset="0"/>
                <a:cs typeface="Times New Roman" panose="02020603050405020304" pitchFamily="18" charset="0"/>
              </a:rPr>
              <a:t>       </a:t>
            </a:r>
          </a:p>
          <a:p>
            <a:pPr marL="332105">
              <a:spcBef>
                <a:spcPts val="925"/>
              </a:spcBef>
            </a:pPr>
            <a:r>
              <a:rPr lang="en-IN" altLang="en-US" sz="2000" b="1" dirty="0">
                <a:solidFill>
                  <a:srgbClr val="00FFFF"/>
                </a:solidFill>
                <a:latin typeface="Times New Roman" panose="02020603050405020304" pitchFamily="18" charset="0"/>
                <a:cs typeface="Times New Roman" panose="02020603050405020304" pitchFamily="18" charset="0"/>
              </a:rPr>
              <a:t>           </a:t>
            </a:r>
            <a:r>
              <a:rPr lang="en-IN" altLang="en-US" sz="3200" b="1" dirty="0">
                <a:solidFill>
                  <a:srgbClr val="00FFFF"/>
                </a:solidFill>
                <a:latin typeface="Times New Roman" panose="02020603050405020304" pitchFamily="18" charset="0"/>
                <a:cs typeface="Times New Roman" panose="02020603050405020304" pitchFamily="18" charset="0"/>
              </a:rPr>
              <a:t>PRODUCT DEVELOPMENT LAB I </a:t>
            </a:r>
          </a:p>
          <a:p>
            <a:pPr marL="332105">
              <a:spcBef>
                <a:spcPts val="925"/>
              </a:spcBef>
            </a:pPr>
            <a:endParaRPr lang="en-IN" altLang="en-US" sz="3200" b="1" dirty="0">
              <a:solidFill>
                <a:srgbClr val="00FFFF"/>
              </a:solidFill>
              <a:latin typeface="Times New Roman" panose="02020603050405020304" pitchFamily="18" charset="0"/>
              <a:cs typeface="Times New Roman" panose="02020603050405020304" pitchFamily="18" charset="0"/>
            </a:endParaRPr>
          </a:p>
          <a:p>
            <a:pPr marL="332105">
              <a:spcBef>
                <a:spcPts val="925"/>
              </a:spcBef>
            </a:pPr>
            <a:endParaRPr lang="en-IN" altLang="en-US" sz="2000" b="1" dirty="0">
              <a:solidFill>
                <a:srgbClr val="00FFFF"/>
              </a:solidFill>
              <a:latin typeface="Times New Roman" panose="02020603050405020304" pitchFamily="18" charset="0"/>
              <a:cs typeface="Times New Roman" panose="02020603050405020304" pitchFamily="18" charset="0"/>
            </a:endParaRPr>
          </a:p>
          <a:p>
            <a:pPr marL="332105">
              <a:spcBef>
                <a:spcPts val="925"/>
              </a:spcBef>
            </a:pPr>
            <a:r>
              <a:rPr lang="en-IN" altLang="en-US" sz="2000" b="1" dirty="0">
                <a:solidFill>
                  <a:srgbClr val="00FFFF"/>
                </a:solidFill>
                <a:latin typeface="Times New Roman" panose="02020603050405020304" pitchFamily="18" charset="0"/>
                <a:cs typeface="Times New Roman" panose="02020603050405020304" pitchFamily="18" charset="0"/>
              </a:rPr>
              <a:t>                                                  </a:t>
            </a:r>
            <a:r>
              <a:rPr lang="en-IN" altLang="en-US" sz="3200" b="1" dirty="0">
                <a:solidFill>
                  <a:srgbClr val="00FFFF"/>
                </a:solidFill>
                <a:latin typeface="Times New Roman" panose="02020603050405020304" pitchFamily="18" charset="0"/>
                <a:cs typeface="Times New Roman" panose="02020603050405020304" pitchFamily="18" charset="0"/>
              </a:rPr>
              <a:t>II ECE C</a:t>
            </a:r>
            <a:endParaRPr lang="en-US" altLang="en-US" sz="3200" b="1" dirty="0">
              <a:solidFill>
                <a:srgbClr val="00FFFF"/>
              </a:solidFill>
              <a:latin typeface="Times New Roman" panose="02020603050405020304" pitchFamily="18" charset="0"/>
              <a:cs typeface="Times New Roman" panose="02020603050405020304" pitchFamily="18" charset="0"/>
            </a:endParaRPr>
          </a:p>
          <a:p>
            <a:endParaRPr lang="en-IN"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6"/>
          <p:cNvSpPr>
            <a:spLocks noChangeArrowheads="1"/>
          </p:cNvSpPr>
          <p:nvPr/>
        </p:nvSpPr>
        <p:spPr bwMode="auto">
          <a:xfrm>
            <a:off x="313267" y="4921478"/>
            <a:ext cx="4343400" cy="14773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buFont typeface="Arial" panose="020B0604020202020204" pitchFamily="34" charset="0"/>
              <a:buNone/>
            </a:pPr>
            <a:r>
              <a:rPr lang="en-US" altLang="en-US" sz="2400" b="1" dirty="0">
                <a:latin typeface="Felix Titling" panose="04060505060202020A04" pitchFamily="82" charset="0"/>
              </a:rPr>
              <a:t>By</a:t>
            </a:r>
          </a:p>
          <a:p>
            <a:pPr algn="ctr" eaLnBrk="1" hangingPunct="1">
              <a:buFont typeface="Arial" panose="020B0604020202020204" pitchFamily="34" charset="0"/>
              <a:buNone/>
            </a:pPr>
            <a:endParaRPr lang="en-US" altLang="en-US" b="1" dirty="0"/>
          </a:p>
          <a:p>
            <a:pPr algn="ctr" eaLnBrk="1" hangingPunct="1">
              <a:buFont typeface="Arial" panose="020B0604020202020204" pitchFamily="34" charset="0"/>
              <a:buNone/>
            </a:pPr>
            <a:r>
              <a:rPr lang="en-US" altLang="en-US" b="1" dirty="0"/>
              <a:t>    </a:t>
            </a:r>
            <a:r>
              <a:rPr lang="en-US" altLang="en-US" sz="2400" b="1" dirty="0">
                <a:latin typeface="Felix Titling" panose="04060505060202020A04" pitchFamily="82" charset="0"/>
              </a:rPr>
              <a:t>RESHMA.SK(111624104095)</a:t>
            </a:r>
          </a:p>
          <a:p>
            <a:pPr algn="ctr" eaLnBrk="1" hangingPunct="1">
              <a:buFont typeface="Arial" panose="020B0604020202020204" pitchFamily="34" charset="0"/>
              <a:buNone/>
            </a:pPr>
            <a:r>
              <a:rPr lang="en-US" altLang="en-US" sz="2400" b="1" dirty="0">
                <a:latin typeface="Felix Titling" panose="04060505060202020A04" pitchFamily="82" charset="0"/>
              </a:rPr>
              <a:t>       HARINI.T(111624104106)</a:t>
            </a:r>
            <a:endParaRPr lang="en-US" altLang="en-US" b="1" dirty="0">
              <a:latin typeface="Felix Titling" panose="04060505060202020A04" pitchFamily="82" charset="0"/>
            </a:endParaRPr>
          </a:p>
        </p:txBody>
      </p:sp>
      <p:sp>
        <p:nvSpPr>
          <p:cNvPr id="9219" name="Rectangle 8"/>
          <p:cNvSpPr>
            <a:spLocks noChangeArrowheads="1"/>
          </p:cNvSpPr>
          <p:nvPr/>
        </p:nvSpPr>
        <p:spPr bwMode="auto">
          <a:xfrm>
            <a:off x="381000" y="1828800"/>
            <a:ext cx="8534400" cy="1200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pPr algn="ctr" eaLnBrk="1" hangingPunct="1"/>
            <a:endParaRPr lang="en-US" altLang="en-US" sz="2400" b="1">
              <a:solidFill>
                <a:schemeClr val="bg1"/>
              </a:solidFill>
              <a:latin typeface="Century Gothic" panose="020B0502020202020204" pitchFamily="34" charset="0"/>
            </a:endParaRPr>
          </a:p>
          <a:p>
            <a:pPr algn="ctr" eaLnBrk="1" hangingPunct="1"/>
            <a:endParaRPr lang="en-US" altLang="en-US" sz="2400" b="1">
              <a:solidFill>
                <a:schemeClr val="bg1"/>
              </a:solidFill>
              <a:latin typeface="Century Gothic" panose="020B0502020202020204" pitchFamily="34" charset="0"/>
            </a:endParaRPr>
          </a:p>
          <a:p>
            <a:pPr algn="ctr" eaLnBrk="1" hangingPunct="1"/>
            <a:endParaRPr lang="fr-CA" altLang="en-US" sz="2400">
              <a:solidFill>
                <a:schemeClr val="bg1"/>
              </a:solidFill>
              <a:latin typeface="Century Gothic" panose="020B0502020202020204" pitchFamily="34" charset="0"/>
            </a:endParaRPr>
          </a:p>
        </p:txBody>
      </p:sp>
      <p:sp>
        <p:nvSpPr>
          <p:cNvPr id="9220" name="Rectangle 3"/>
          <p:cNvSpPr>
            <a:spLocks noChangeArrowheads="1"/>
          </p:cNvSpPr>
          <p:nvPr/>
        </p:nvSpPr>
        <p:spPr bwMode="auto">
          <a:xfrm>
            <a:off x="313267" y="-646293"/>
            <a:ext cx="8382000" cy="27392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tabLst>
                <a:tab pos="457200" algn="l"/>
              </a:tabLst>
              <a:defRPr>
                <a:solidFill>
                  <a:schemeClr val="tx1"/>
                </a:solidFill>
                <a:latin typeface="Arial" panose="020B0604020202020204" pitchFamily="34" charset="0"/>
                <a:cs typeface="Arial" panose="020B0604020202020204" pitchFamily="34" charset="0"/>
              </a:defRPr>
            </a:lvl1pPr>
            <a:lvl2pPr marL="742950" indent="-285750">
              <a:tabLst>
                <a:tab pos="457200" algn="l"/>
              </a:tabLst>
              <a:defRPr>
                <a:solidFill>
                  <a:schemeClr val="tx1"/>
                </a:solidFill>
                <a:latin typeface="Arial" panose="020B0604020202020204" pitchFamily="34" charset="0"/>
                <a:cs typeface="Arial" panose="020B0604020202020204" pitchFamily="34" charset="0"/>
              </a:defRPr>
            </a:lvl2pPr>
            <a:lvl3pPr marL="1143000" indent="-228600">
              <a:tabLst>
                <a:tab pos="457200" algn="l"/>
              </a:tabLst>
              <a:defRPr>
                <a:solidFill>
                  <a:schemeClr val="tx1"/>
                </a:solidFill>
                <a:latin typeface="Arial" panose="020B0604020202020204" pitchFamily="34" charset="0"/>
                <a:cs typeface="Arial" panose="020B0604020202020204" pitchFamily="34" charset="0"/>
              </a:defRPr>
            </a:lvl3pPr>
            <a:lvl4pPr marL="1600200" indent="-228600">
              <a:tabLst>
                <a:tab pos="457200" algn="l"/>
              </a:tabLst>
              <a:defRPr>
                <a:solidFill>
                  <a:schemeClr val="tx1"/>
                </a:solidFill>
                <a:latin typeface="Arial" panose="020B0604020202020204" pitchFamily="34" charset="0"/>
                <a:cs typeface="Arial" panose="020B0604020202020204" pitchFamily="34" charset="0"/>
              </a:defRPr>
            </a:lvl4pPr>
            <a:lvl5pPr marL="2057400" indent="-228600">
              <a:tabLst>
                <a:tab pos="457200" algn="l"/>
              </a:tabLst>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tabLst>
                <a:tab pos="457200" algn="l"/>
              </a:tabLs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tabLst>
                <a:tab pos="457200" algn="l"/>
              </a:tabLs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tabLst>
                <a:tab pos="457200" algn="l"/>
              </a:tabLs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tabLst>
                <a:tab pos="457200" algn="l"/>
              </a:tabLst>
              <a:defRPr>
                <a:solidFill>
                  <a:schemeClr val="tx1"/>
                </a:solidFill>
                <a:latin typeface="Arial" panose="020B0604020202020204" pitchFamily="34" charset="0"/>
                <a:cs typeface="Arial" panose="020B0604020202020204" pitchFamily="34" charset="0"/>
              </a:defRPr>
            </a:lvl9pPr>
          </a:lstStyle>
          <a:p>
            <a:pPr algn="ctr"/>
            <a:endParaRPr lang="en-IN" altLang="en-US" sz="4400" b="1" dirty="0">
              <a:solidFill>
                <a:srgbClr val="00FFFF"/>
              </a:solidFill>
            </a:endParaRPr>
          </a:p>
          <a:p>
            <a:pPr algn="ctr"/>
            <a:r>
              <a:rPr lang="en-IN" altLang="en-US" sz="2000" b="1" u="sng" dirty="0">
                <a:solidFill>
                  <a:srgbClr val="00FFFF"/>
                </a:solidFill>
              </a:rPr>
              <a:t> </a:t>
            </a:r>
            <a:r>
              <a:rPr lang="en-US" sz="5400" u="sng" dirty="0">
                <a:solidFill>
                  <a:srgbClr val="00FFFF"/>
                </a:solidFill>
                <a:latin typeface="Algerian" panose="04020705040A02060702" pitchFamily="82" charset="0"/>
              </a:rPr>
              <a:t>LIGHT </a:t>
            </a:r>
            <a:r>
              <a:rPr lang="en-US" sz="5400" u="sng" dirty="0" err="1">
                <a:solidFill>
                  <a:srgbClr val="00FFFF"/>
                </a:solidFill>
                <a:latin typeface="Algerian" panose="04020705040A02060702" pitchFamily="82" charset="0"/>
              </a:rPr>
              <a:t>FidELITY</a:t>
            </a:r>
            <a:r>
              <a:rPr lang="en-US" sz="5400" u="sng" dirty="0">
                <a:solidFill>
                  <a:srgbClr val="00FFFF"/>
                </a:solidFill>
                <a:latin typeface="Algerian" panose="04020705040A02060702" pitchFamily="82" charset="0"/>
              </a:rPr>
              <a:t>-LIFI</a:t>
            </a:r>
          </a:p>
          <a:p>
            <a:pPr algn="ctr"/>
            <a:r>
              <a:rPr lang="en-US" sz="5400" u="sng" dirty="0">
                <a:solidFill>
                  <a:srgbClr val="00FFFF"/>
                </a:solidFill>
                <a:latin typeface="Algerian" panose="04020705040A02060702" pitchFamily="82" charset="0"/>
              </a:rPr>
              <a:t>Data transfer system</a:t>
            </a:r>
          </a:p>
          <a:p>
            <a:pPr algn="ctr"/>
            <a:endParaRPr lang="en-IN" altLang="en-US" sz="2000" dirty="0">
              <a:solidFill>
                <a:srgbClr val="00FFFF"/>
              </a:solidFill>
            </a:endParaRPr>
          </a:p>
        </p:txBody>
      </p:sp>
      <p:pic>
        <p:nvPicPr>
          <p:cNvPr id="5" name="Picture 4">
            <a:extLst>
              <a:ext uri="{FF2B5EF4-FFF2-40B4-BE49-F238E27FC236}">
                <a16:creationId xmlns:a16="http://schemas.microsoft.com/office/drawing/2014/main" id="{4FE268C2-58A3-12D9-1D1F-7A04CB432E36}"/>
              </a:ext>
            </a:extLst>
          </p:cNvPr>
          <p:cNvPicPr>
            <a:picLocks noChangeAspect="1"/>
          </p:cNvPicPr>
          <p:nvPr/>
        </p:nvPicPr>
        <p:blipFill>
          <a:blip r:embed="rId3"/>
          <a:stretch>
            <a:fillRect/>
          </a:stretch>
        </p:blipFill>
        <p:spPr>
          <a:xfrm>
            <a:off x="5459931" y="2357037"/>
            <a:ext cx="3455469" cy="4064228"/>
          </a:xfrm>
          <a:prstGeom prst="rect">
            <a:avLst/>
          </a:prstGeom>
          <a:ln>
            <a:noFill/>
          </a:ln>
          <a:effectLst>
            <a:softEdge rad="112500"/>
          </a:effectLst>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re 1"/>
          <p:cNvSpPr>
            <a:spLocks noGrp="1"/>
          </p:cNvSpPr>
          <p:nvPr>
            <p:ph type="title"/>
          </p:nvPr>
        </p:nvSpPr>
        <p:spPr>
          <a:xfrm>
            <a:off x="374650" y="381000"/>
            <a:ext cx="8229600" cy="685800"/>
          </a:xfrm>
        </p:spPr>
        <p:txBody>
          <a:bodyPr/>
          <a:lstStyle/>
          <a:p>
            <a:pPr algn="ctr" eaLnBrk="1" hangingPunct="1"/>
            <a:r>
              <a:rPr lang="fr-CA" altLang="en-US" sz="3200" b="1" dirty="0">
                <a:solidFill>
                  <a:srgbClr val="00FFFF"/>
                </a:solidFill>
                <a:latin typeface="Felix Titling" panose="04060505060202020A04" pitchFamily="82" charset="0"/>
                <a:cs typeface="Times New Roman" panose="02020603050405020304" pitchFamily="18" charset="0"/>
              </a:rPr>
              <a:t>CONTENTS</a:t>
            </a:r>
          </a:p>
        </p:txBody>
      </p:sp>
      <p:sp>
        <p:nvSpPr>
          <p:cNvPr id="64515" name="Espace réservé du contenu 2"/>
          <p:cNvSpPr>
            <a:spLocks noGrp="1"/>
          </p:cNvSpPr>
          <p:nvPr>
            <p:ph idx="1"/>
          </p:nvPr>
        </p:nvSpPr>
        <p:spPr>
          <a:xfrm>
            <a:off x="914400" y="1066800"/>
            <a:ext cx="7620000" cy="5029200"/>
          </a:xfrm>
        </p:spPr>
        <p:txBody>
          <a:bodyPr rtlCol="0">
            <a:normAutofit fontScale="25000" lnSpcReduction="20000"/>
          </a:bodyPr>
          <a:lstStyle/>
          <a:p>
            <a:pPr marL="0" indent="0" eaLnBrk="1" fontAlgn="auto" hangingPunct="1">
              <a:lnSpc>
                <a:spcPct val="120000"/>
              </a:lnSpc>
              <a:spcBef>
                <a:spcPts val="580"/>
              </a:spcBef>
              <a:spcAft>
                <a:spcPts val="0"/>
              </a:spcAft>
              <a:buFont typeface="Wingdings 2" panose="05020102010507070707" charset="2"/>
              <a:buNone/>
              <a:defRPr/>
            </a:pPr>
            <a:r>
              <a:rPr lang="fr-CA" sz="9600" b="1" cap="all" dirty="0">
                <a:solidFill>
                  <a:schemeClr val="accent6">
                    <a:lumMod val="40000"/>
                    <a:lumOff val="60000"/>
                  </a:schemeClr>
                </a:solidFill>
                <a:latin typeface="Georgia" panose="02040502050405020303" pitchFamily="18" charset="0"/>
                <a:cs typeface="Arial" panose="020B0604020202020204" pitchFamily="34" charset="0"/>
              </a:rPr>
              <a:t>1.  INTRODUCTION</a:t>
            </a:r>
          </a:p>
          <a:p>
            <a:pPr marL="0" indent="0" eaLnBrk="1" fontAlgn="auto" hangingPunct="1">
              <a:lnSpc>
                <a:spcPct val="120000"/>
              </a:lnSpc>
              <a:spcBef>
                <a:spcPts val="580"/>
              </a:spcBef>
              <a:spcAft>
                <a:spcPts val="0"/>
              </a:spcAft>
              <a:buFont typeface="Wingdings 2" panose="05020102010507070707" charset="2"/>
              <a:buNone/>
              <a:defRPr/>
            </a:pPr>
            <a:r>
              <a:rPr lang="en-US" sz="9600" b="1" dirty="0">
                <a:solidFill>
                  <a:schemeClr val="accent6">
                    <a:lumMod val="40000"/>
                    <a:lumOff val="60000"/>
                  </a:schemeClr>
                </a:solidFill>
                <a:latin typeface="Georgia" panose="02040502050405020303" pitchFamily="18" charset="0"/>
                <a:cs typeface="Arial" panose="020B0604020202020204" pitchFamily="34" charset="0"/>
              </a:rPr>
              <a:t>2.  OBJECTIVES </a:t>
            </a:r>
          </a:p>
          <a:p>
            <a:pPr marL="0" indent="0" eaLnBrk="1" fontAlgn="auto" hangingPunct="1">
              <a:lnSpc>
                <a:spcPct val="120000"/>
              </a:lnSpc>
              <a:spcBef>
                <a:spcPts val="580"/>
              </a:spcBef>
              <a:spcAft>
                <a:spcPts val="0"/>
              </a:spcAft>
              <a:buFont typeface="Wingdings 2" panose="05020102010507070707" charset="2"/>
              <a:buNone/>
              <a:defRPr/>
            </a:pPr>
            <a:r>
              <a:rPr lang="en-US" sz="9600" b="1" dirty="0">
                <a:solidFill>
                  <a:schemeClr val="accent6">
                    <a:lumMod val="40000"/>
                    <a:lumOff val="60000"/>
                  </a:schemeClr>
                </a:solidFill>
                <a:latin typeface="Georgia" panose="02040502050405020303" pitchFamily="18" charset="0"/>
                <a:cs typeface="Arial" panose="020B0604020202020204" pitchFamily="34" charset="0"/>
              </a:rPr>
              <a:t>3.  LITERATURE REVIEW </a:t>
            </a:r>
          </a:p>
          <a:p>
            <a:pPr marL="0" indent="0" eaLnBrk="1" fontAlgn="auto" hangingPunct="1">
              <a:lnSpc>
                <a:spcPct val="120000"/>
              </a:lnSpc>
              <a:spcBef>
                <a:spcPts val="580"/>
              </a:spcBef>
              <a:spcAft>
                <a:spcPts val="0"/>
              </a:spcAft>
              <a:buFont typeface="Wingdings 2" panose="05020102010507070707" charset="2"/>
              <a:buNone/>
              <a:defRPr/>
            </a:pPr>
            <a:r>
              <a:rPr lang="en-US" sz="9600" b="1" dirty="0">
                <a:solidFill>
                  <a:schemeClr val="accent6">
                    <a:lumMod val="40000"/>
                    <a:lumOff val="60000"/>
                  </a:schemeClr>
                </a:solidFill>
                <a:latin typeface="Georgia" panose="02040502050405020303" pitchFamily="18" charset="0"/>
                <a:cs typeface="Arial" panose="020B0604020202020204" pitchFamily="34" charset="0"/>
              </a:rPr>
              <a:t>4.  EXISISTING SYSTEM</a:t>
            </a:r>
          </a:p>
          <a:p>
            <a:pPr marL="1371600" indent="-1371600" eaLnBrk="1" fontAlgn="auto" hangingPunct="1">
              <a:lnSpc>
                <a:spcPct val="120000"/>
              </a:lnSpc>
              <a:spcBef>
                <a:spcPts val="580"/>
              </a:spcBef>
              <a:spcAft>
                <a:spcPts val="0"/>
              </a:spcAft>
              <a:buFont typeface="Wingdings 2" panose="05020102010507070707" charset="2"/>
              <a:buNone/>
              <a:defRPr/>
            </a:pPr>
            <a:r>
              <a:rPr lang="en-US" sz="9600" b="1" dirty="0">
                <a:solidFill>
                  <a:schemeClr val="accent6">
                    <a:lumMod val="40000"/>
                    <a:lumOff val="60000"/>
                  </a:schemeClr>
                </a:solidFill>
                <a:latin typeface="Georgia" panose="02040502050405020303" pitchFamily="18" charset="0"/>
                <a:cs typeface="Arial" panose="020B0604020202020204" pitchFamily="34" charset="0"/>
              </a:rPr>
              <a:t>5.  PROPOSED SYSTEM</a:t>
            </a:r>
          </a:p>
          <a:p>
            <a:pPr marL="1371600" indent="-1371600" eaLnBrk="1" fontAlgn="auto" hangingPunct="1">
              <a:lnSpc>
                <a:spcPct val="120000"/>
              </a:lnSpc>
              <a:spcBef>
                <a:spcPts val="580"/>
              </a:spcBef>
              <a:spcAft>
                <a:spcPts val="0"/>
              </a:spcAft>
              <a:buFont typeface="Wingdings 2" panose="05020102010507070707" charset="2"/>
              <a:buNone/>
              <a:defRPr/>
            </a:pPr>
            <a:r>
              <a:rPr lang="en-US" sz="9600" b="1" dirty="0">
                <a:solidFill>
                  <a:schemeClr val="accent6">
                    <a:lumMod val="40000"/>
                    <a:lumOff val="60000"/>
                  </a:schemeClr>
                </a:solidFill>
                <a:latin typeface="Georgia" panose="02040502050405020303" pitchFamily="18" charset="0"/>
                <a:cs typeface="Arial" panose="020B0604020202020204" pitchFamily="34" charset="0"/>
              </a:rPr>
              <a:t>6.  METHODOLOGY</a:t>
            </a:r>
          </a:p>
          <a:p>
            <a:pPr marL="1371600" indent="-1371600" eaLnBrk="1" fontAlgn="auto" hangingPunct="1">
              <a:lnSpc>
                <a:spcPct val="120000"/>
              </a:lnSpc>
              <a:spcBef>
                <a:spcPts val="580"/>
              </a:spcBef>
              <a:spcAft>
                <a:spcPts val="0"/>
              </a:spcAft>
              <a:buFont typeface="Wingdings 2" panose="05020102010507070707" charset="2"/>
              <a:buNone/>
              <a:defRPr/>
            </a:pPr>
            <a:r>
              <a:rPr lang="en-IN" sz="9600" b="1" dirty="0">
                <a:solidFill>
                  <a:schemeClr val="accent6">
                    <a:lumMod val="40000"/>
                    <a:lumOff val="60000"/>
                  </a:schemeClr>
                </a:solidFill>
                <a:latin typeface="Georgia" panose="02040502050405020303" pitchFamily="18" charset="0"/>
                <a:cs typeface="Arial" panose="020B0604020202020204" pitchFamily="34" charset="0"/>
              </a:rPr>
              <a:t>6.  RESULTS &amp; DISCUSSION</a:t>
            </a:r>
          </a:p>
          <a:p>
            <a:pPr marL="1371600" indent="-1371600" eaLnBrk="1" fontAlgn="auto" hangingPunct="1">
              <a:lnSpc>
                <a:spcPct val="120000"/>
              </a:lnSpc>
              <a:spcBef>
                <a:spcPts val="580"/>
              </a:spcBef>
              <a:spcAft>
                <a:spcPts val="0"/>
              </a:spcAft>
              <a:buFont typeface="Wingdings 2" panose="05020102010507070707" charset="2"/>
              <a:buNone/>
              <a:defRPr/>
            </a:pPr>
            <a:r>
              <a:rPr lang="en-IN" sz="9600" b="1" dirty="0">
                <a:solidFill>
                  <a:schemeClr val="accent6">
                    <a:lumMod val="40000"/>
                    <a:lumOff val="60000"/>
                  </a:schemeClr>
                </a:solidFill>
                <a:latin typeface="Georgia" panose="02040502050405020303" pitchFamily="18" charset="0"/>
                <a:cs typeface="Arial" panose="020B0604020202020204" pitchFamily="34" charset="0"/>
              </a:rPr>
              <a:t>7.  CONCLUSION </a:t>
            </a:r>
          </a:p>
          <a:p>
            <a:pPr marL="1371600" indent="-1371600" eaLnBrk="1" fontAlgn="auto" hangingPunct="1">
              <a:lnSpc>
                <a:spcPct val="120000"/>
              </a:lnSpc>
              <a:spcBef>
                <a:spcPts val="580"/>
              </a:spcBef>
              <a:spcAft>
                <a:spcPts val="0"/>
              </a:spcAft>
              <a:buFont typeface="Wingdings 2" panose="05020102010507070707" charset="2"/>
              <a:buNone/>
              <a:defRPr/>
            </a:pPr>
            <a:r>
              <a:rPr lang="en-IN" sz="9600" b="1" dirty="0">
                <a:solidFill>
                  <a:schemeClr val="accent6">
                    <a:lumMod val="40000"/>
                    <a:lumOff val="60000"/>
                  </a:schemeClr>
                </a:solidFill>
                <a:latin typeface="Georgia" panose="02040502050405020303" pitchFamily="18" charset="0"/>
                <a:cs typeface="Arial" panose="020B0604020202020204" pitchFamily="34" charset="0"/>
              </a:rPr>
              <a:t>8.  FUTURE SCOPE</a:t>
            </a:r>
            <a:endParaRPr lang="en-US" sz="9600" b="1" dirty="0">
              <a:solidFill>
                <a:schemeClr val="accent6">
                  <a:lumMod val="40000"/>
                  <a:lumOff val="60000"/>
                </a:schemeClr>
              </a:solidFill>
              <a:latin typeface="Georgia" panose="02040502050405020303" pitchFamily="18" charset="0"/>
              <a:cs typeface="Arial" panose="020B0604020202020204" pitchFamily="34" charset="0"/>
            </a:endParaRPr>
          </a:p>
          <a:p>
            <a:pPr marL="1371600" indent="-1371600" eaLnBrk="1" fontAlgn="auto" hangingPunct="1">
              <a:lnSpc>
                <a:spcPct val="120000"/>
              </a:lnSpc>
              <a:spcBef>
                <a:spcPts val="580"/>
              </a:spcBef>
              <a:spcAft>
                <a:spcPts val="0"/>
              </a:spcAft>
              <a:buFont typeface="Wingdings 2" panose="05020102010507070707"/>
              <a:buNone/>
              <a:defRPr/>
            </a:pPr>
            <a:r>
              <a:rPr lang="en-US" sz="9600" b="1" dirty="0">
                <a:solidFill>
                  <a:schemeClr val="accent6">
                    <a:lumMod val="40000"/>
                    <a:lumOff val="60000"/>
                  </a:schemeClr>
                </a:solidFill>
                <a:latin typeface="Georgia" panose="02040502050405020303" pitchFamily="18" charset="0"/>
                <a:cs typeface="Arial" panose="020B0604020202020204" pitchFamily="34" charset="0"/>
              </a:rPr>
              <a:t>9.  REFERENCES</a:t>
            </a:r>
          </a:p>
          <a:p>
            <a:pPr marL="1371600" indent="-1371600" eaLnBrk="1" fontAlgn="auto" hangingPunct="1">
              <a:lnSpc>
                <a:spcPct val="120000"/>
              </a:lnSpc>
              <a:spcBef>
                <a:spcPts val="580"/>
              </a:spcBef>
              <a:spcAft>
                <a:spcPts val="0"/>
              </a:spcAft>
              <a:buFont typeface="Wingdings 2" panose="05020102010507070707"/>
              <a:buNone/>
              <a:defRPr/>
            </a:pPr>
            <a:r>
              <a:rPr lang="en-US" sz="9600" b="1" dirty="0">
                <a:solidFill>
                  <a:schemeClr val="accent6">
                    <a:lumMod val="40000"/>
                    <a:lumOff val="60000"/>
                  </a:schemeClr>
                </a:solidFill>
                <a:latin typeface="Georgia" panose="02040502050405020303" pitchFamily="18" charset="0"/>
                <a:cs typeface="Arial" panose="020B0604020202020204" pitchFamily="34" charset="0"/>
              </a:rPr>
              <a:t>10.PUBLICATIONS</a:t>
            </a:r>
          </a:p>
          <a:p>
            <a:pPr marL="1371600" indent="-1371600" eaLnBrk="1" fontAlgn="auto" hangingPunct="1">
              <a:lnSpc>
                <a:spcPct val="120000"/>
              </a:lnSpc>
              <a:spcBef>
                <a:spcPts val="580"/>
              </a:spcBef>
              <a:spcAft>
                <a:spcPts val="0"/>
              </a:spcAft>
              <a:buFont typeface="Wingdings 2" panose="05020102010507070707"/>
              <a:buNone/>
              <a:defRPr/>
            </a:pPr>
            <a:endParaRPr lang="en-US" sz="9600" b="1" dirty="0">
              <a:solidFill>
                <a:srgbClr val="440AE6"/>
              </a:solidFill>
              <a:latin typeface="Calibri" panose="020F0502020204030204" pitchFamily="34" charset="0"/>
              <a:cs typeface="Arial" panose="020B0604020202020204" pitchFamily="34" charset="0"/>
            </a:endParaRPr>
          </a:p>
          <a:p>
            <a:pPr marL="1371600" indent="-1371600" eaLnBrk="1" fontAlgn="auto" hangingPunct="1">
              <a:lnSpc>
                <a:spcPct val="120000"/>
              </a:lnSpc>
              <a:spcBef>
                <a:spcPts val="580"/>
              </a:spcBef>
              <a:spcAft>
                <a:spcPts val="0"/>
              </a:spcAft>
              <a:buFont typeface="Wingdings 2" panose="05020102010507070707" charset="2"/>
              <a:buAutoNum type="arabicPeriod" startAt="9"/>
              <a:defRPr/>
            </a:pPr>
            <a:endParaRPr lang="en-US" sz="9600" b="1" dirty="0">
              <a:solidFill>
                <a:srgbClr val="440AE6"/>
              </a:solidFill>
              <a:latin typeface="Calibri" panose="020F0502020204030204" pitchFamily="34" charset="0"/>
              <a:cs typeface="Arial" panose="020B0604020202020204" pitchFamily="34" charset="0"/>
            </a:endParaRPr>
          </a:p>
          <a:p>
            <a:pPr marL="742950" indent="-742950" eaLnBrk="1" fontAlgn="auto" hangingPunct="1">
              <a:lnSpc>
                <a:spcPct val="170000"/>
              </a:lnSpc>
              <a:spcBef>
                <a:spcPts val="580"/>
              </a:spcBef>
              <a:spcAft>
                <a:spcPts val="0"/>
              </a:spcAft>
              <a:buFont typeface="Wingdings 2" panose="05020102010507070707" charset="2"/>
              <a:buAutoNum type="arabicPeriod" startAt="7"/>
              <a:defRPr/>
            </a:pPr>
            <a:endParaRPr lang="en-US" sz="4000" b="1" dirty="0">
              <a:solidFill>
                <a:srgbClr val="C00000"/>
              </a:solidFill>
              <a:latin typeface="Arial" panose="020B0604020202020204" pitchFamily="34" charset="0"/>
              <a:cs typeface="Arial" panose="020B0604020202020204" pitchFamily="34" charset="0"/>
            </a:endParaRPr>
          </a:p>
        </p:txBody>
      </p:sp>
      <p:sp>
        <p:nvSpPr>
          <p:cNvPr id="11267" name="Slide Number Placeholder 1"/>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A1BF098-563F-46FD-896E-E91FE7D00D5C}" type="slidenum">
              <a:rPr lang="en-US" altLang="en-US" smtClean="0">
                <a:solidFill>
                  <a:srgbClr val="FFFFFF"/>
                </a:solidFill>
                <a:latin typeface="Franklin Gothic Book" panose="020B0503020102020204" pitchFamily="34" charset="0"/>
              </a:rPr>
              <a:t>3</a:t>
            </a:fld>
            <a:endParaRPr lang="en-US" altLang="en-US">
              <a:solidFill>
                <a:srgbClr val="FFFFFF"/>
              </a:solidFill>
              <a:latin typeface="Franklin Gothic Book" panose="020B05030201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re 1"/>
          <p:cNvSpPr>
            <a:spLocks noGrp="1"/>
          </p:cNvSpPr>
          <p:nvPr>
            <p:ph type="title"/>
          </p:nvPr>
        </p:nvSpPr>
        <p:spPr>
          <a:xfrm>
            <a:off x="374650" y="381000"/>
            <a:ext cx="8229600" cy="685800"/>
          </a:xfrm>
        </p:spPr>
        <p:txBody>
          <a:bodyPr>
            <a:noAutofit/>
          </a:bodyPr>
          <a:lstStyle/>
          <a:p>
            <a:pPr algn="ctr" eaLnBrk="1" fontAlgn="auto" hangingPunct="1">
              <a:spcAft>
                <a:spcPts val="0"/>
              </a:spcAft>
              <a:defRPr/>
            </a:pPr>
            <a:r>
              <a:rPr lang="fr-CA" b="1" cap="all" dirty="0">
                <a:solidFill>
                  <a:srgbClr val="00FFFF"/>
                </a:solidFill>
                <a:latin typeface="Georgia" panose="02040502050405020303" pitchFamily="18" charset="0"/>
                <a:cs typeface="Arial" panose="020B0604020202020204" pitchFamily="34" charset="0"/>
              </a:rPr>
              <a:t>INTRODUCTION</a:t>
            </a:r>
            <a:endParaRPr lang="fr-CA" altLang="en-US" b="1" dirty="0">
              <a:solidFill>
                <a:srgbClr val="00FFFF"/>
              </a:solidFill>
              <a:latin typeface="Georgia" panose="02040502050405020303" pitchFamily="18" charset="0"/>
              <a:cs typeface="Times New Roman" panose="02020603050405020304" pitchFamily="18" charset="0"/>
            </a:endParaRPr>
          </a:p>
        </p:txBody>
      </p:sp>
      <p:sp>
        <p:nvSpPr>
          <p:cNvPr id="13315" name="Slide Number Placeholder 1"/>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4942B21-4F94-4EE9-9216-65AA7AE87791}" type="slidenum">
              <a:rPr lang="en-US" altLang="en-US" smtClean="0">
                <a:solidFill>
                  <a:srgbClr val="FFFFFF"/>
                </a:solidFill>
                <a:latin typeface="Franklin Gothic Book" panose="020B0503020102020204" pitchFamily="34" charset="0"/>
              </a:rPr>
              <a:t>4</a:t>
            </a:fld>
            <a:endParaRPr lang="en-US" altLang="en-US" dirty="0">
              <a:solidFill>
                <a:srgbClr val="FFFFFF"/>
              </a:solidFill>
              <a:latin typeface="Franklin Gothic Book" panose="020B0503020102020204" pitchFamily="34" charset="0"/>
            </a:endParaRPr>
          </a:p>
        </p:txBody>
      </p:sp>
      <p:sp>
        <p:nvSpPr>
          <p:cNvPr id="3" name="TextBox 2"/>
          <p:cNvSpPr txBox="1"/>
          <p:nvPr/>
        </p:nvSpPr>
        <p:spPr>
          <a:xfrm>
            <a:off x="152400" y="1541523"/>
            <a:ext cx="6705600" cy="4770537"/>
          </a:xfrm>
          <a:prstGeom prst="rect">
            <a:avLst/>
          </a:prstGeom>
          <a:noFill/>
        </p:spPr>
        <p:txBody>
          <a:bodyPr wrap="square" rtlCol="0">
            <a:spAutoFit/>
          </a:bodyPr>
          <a:lstStyle/>
          <a:p>
            <a:r>
              <a:rPr lang="en-US" sz="2000" b="1" dirty="0"/>
              <a:t>Li-Fi (Light Fidelity)</a:t>
            </a:r>
            <a:r>
              <a:rPr lang="en-US" sz="2000" dirty="0"/>
              <a:t> is a high-speed, bidirectional, and fully networked wireless communication technology that uses </a:t>
            </a:r>
            <a:r>
              <a:rPr lang="en-US" sz="2000" b="1" dirty="0"/>
              <a:t>visible light</a:t>
            </a:r>
            <a:r>
              <a:rPr lang="en-US" sz="2000" dirty="0"/>
              <a:t> instead of radio waves to transmit data. It operates by </a:t>
            </a:r>
            <a:r>
              <a:rPr lang="en-US" sz="2000" b="1" dirty="0"/>
              <a:t>modulating the intensity of light</a:t>
            </a:r>
            <a:r>
              <a:rPr lang="en-US" sz="2000" dirty="0"/>
              <a:t> emitted from an LED light source in such a way that it can be detected and decoded by a light-sensitive receiver, such as a photodiode or LDR.</a:t>
            </a:r>
          </a:p>
          <a:p>
            <a:r>
              <a:rPr lang="en-US" sz="2000" dirty="0"/>
              <a:t>In a </a:t>
            </a:r>
            <a:r>
              <a:rPr lang="en-US" sz="2000" b="1" dirty="0"/>
              <a:t>Li-Fi data transfer system</a:t>
            </a:r>
            <a:r>
              <a:rPr lang="en-US" sz="2000" dirty="0"/>
              <a:t>, an LED serves as the </a:t>
            </a:r>
            <a:r>
              <a:rPr lang="en-US" sz="2000" b="1" dirty="0"/>
              <a:t>transmitter</a:t>
            </a:r>
            <a:r>
              <a:rPr lang="en-US" sz="2000" dirty="0"/>
              <a:t>, converting digital data (0s and 1s) into rapid light pulses that are invisible to the human eye. The </a:t>
            </a:r>
            <a:r>
              <a:rPr lang="en-US" sz="2000" b="1" dirty="0"/>
              <a:t>receiver</a:t>
            </a:r>
            <a:r>
              <a:rPr lang="en-US" sz="2000" dirty="0"/>
              <a:t>, usually an LDR or photodiode, detects these changes in light intensity and converts them back into electrical signals, which are then processed by a microcontroller (such as an Arduino) to reconstruct the transmitted data</a:t>
            </a:r>
          </a:p>
          <a:p>
            <a:endParaRPr lang="en-IN" sz="2400" dirty="0">
              <a:solidFill>
                <a:srgbClr val="D3D3D3"/>
              </a:solidFill>
              <a:latin typeface="Georgia" panose="02040502050405020303" pitchFamily="18" charset="0"/>
            </a:endParaRPr>
          </a:p>
        </p:txBody>
      </p:sp>
      <p:pic>
        <p:nvPicPr>
          <p:cNvPr id="6" name="Picture 5">
            <a:extLst>
              <a:ext uri="{FF2B5EF4-FFF2-40B4-BE49-F238E27FC236}">
                <a16:creationId xmlns:a16="http://schemas.microsoft.com/office/drawing/2014/main" id="{3E6F6F7A-1782-66F6-CA47-6543A3A27127}"/>
              </a:ext>
            </a:extLst>
          </p:cNvPr>
          <p:cNvPicPr>
            <a:picLocks noChangeAspect="1"/>
          </p:cNvPicPr>
          <p:nvPr/>
        </p:nvPicPr>
        <p:blipFill>
          <a:blip r:embed="rId3"/>
          <a:stretch>
            <a:fillRect/>
          </a:stretch>
        </p:blipFill>
        <p:spPr>
          <a:xfrm>
            <a:off x="6816112" y="777826"/>
            <a:ext cx="2133600" cy="2196504"/>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pic>
        <p:nvPicPr>
          <p:cNvPr id="7" name="Picture 6">
            <a:extLst>
              <a:ext uri="{FF2B5EF4-FFF2-40B4-BE49-F238E27FC236}">
                <a16:creationId xmlns:a16="http://schemas.microsoft.com/office/drawing/2014/main" id="{111251AA-6A07-3B80-1773-99A5DBEFB241}"/>
              </a:ext>
            </a:extLst>
          </p:cNvPr>
          <p:cNvPicPr>
            <a:picLocks noChangeAspect="1"/>
          </p:cNvPicPr>
          <p:nvPr/>
        </p:nvPicPr>
        <p:blipFill>
          <a:blip r:embed="rId4"/>
          <a:stretch>
            <a:fillRect/>
          </a:stretch>
        </p:blipFill>
        <p:spPr>
          <a:xfrm>
            <a:off x="6724271" y="3917359"/>
            <a:ext cx="2359170" cy="2286000"/>
          </a:xfrm>
          <a:prstGeom prst="ellipse">
            <a:avLst/>
          </a:prstGeom>
          <a:ln w="63500" cap="rnd">
            <a:solidFill>
              <a:srgbClr val="333333"/>
            </a:solidFill>
          </a:ln>
          <a:effectLst>
            <a:outerShdw blurRad="381000" dist="292100" dir="5400000" sx="-80000" sy="-18000" rotWithShape="0">
              <a:srgbClr val="000000">
                <a:alpha val="22000"/>
              </a:srgbClr>
            </a:outerShdw>
          </a:effectLst>
          <a:scene3d>
            <a:camera prst="orthographicFront"/>
            <a:lightRig rig="contrasting" dir="t">
              <a:rot lat="0" lon="0" rev="3000000"/>
            </a:lightRig>
          </a:scene3d>
          <a:sp3d contourW="7620">
            <a:bevelT w="95250" h="31750"/>
            <a:contourClr>
              <a:srgbClr val="333333"/>
            </a:contourClr>
          </a:sp3d>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re 1"/>
          <p:cNvSpPr>
            <a:spLocks noGrp="1"/>
          </p:cNvSpPr>
          <p:nvPr>
            <p:ph type="title"/>
          </p:nvPr>
        </p:nvSpPr>
        <p:spPr/>
        <p:txBody>
          <a:bodyPr>
            <a:normAutofit/>
          </a:bodyPr>
          <a:lstStyle/>
          <a:p>
            <a:pPr algn="ctr" eaLnBrk="1" fontAlgn="auto" hangingPunct="1">
              <a:spcAft>
                <a:spcPts val="0"/>
              </a:spcAft>
              <a:defRPr/>
            </a:pPr>
            <a:r>
              <a:rPr lang="en-US" b="1" dirty="0">
                <a:solidFill>
                  <a:srgbClr val="00FFFF"/>
                </a:solidFill>
                <a:latin typeface="Felix Titling" panose="04060505060202020A04" pitchFamily="82" charset="0"/>
                <a:cs typeface="Arial" panose="020B0604020202020204" pitchFamily="34" charset="0"/>
              </a:rPr>
              <a:t>OBJECTIVES</a:t>
            </a:r>
            <a:endParaRPr lang="fr-CA" altLang="en-US" b="1" dirty="0">
              <a:solidFill>
                <a:srgbClr val="00FFFF"/>
              </a:solidFill>
              <a:latin typeface="Felix Titling" panose="04060505060202020A04" pitchFamily="82" charset="0"/>
              <a:cs typeface="Times New Roman" panose="02020603050405020304" pitchFamily="18" charset="0"/>
            </a:endParaRPr>
          </a:p>
        </p:txBody>
      </p:sp>
      <p:sp>
        <p:nvSpPr>
          <p:cNvPr id="15363" name="Slide Number Placeholder 1"/>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AFE02BFD-C9C8-4381-BBB4-780AD4F30B7C}" type="slidenum">
              <a:rPr lang="en-US" altLang="en-US" smtClean="0">
                <a:solidFill>
                  <a:srgbClr val="FFFFFF"/>
                </a:solidFill>
                <a:latin typeface="Franklin Gothic Book" panose="020B0503020102020204" pitchFamily="34" charset="0"/>
              </a:rPr>
              <a:t>5</a:t>
            </a:fld>
            <a:endParaRPr lang="en-US" altLang="en-US">
              <a:solidFill>
                <a:srgbClr val="FFFFFF"/>
              </a:solidFill>
              <a:latin typeface="Franklin Gothic Book" panose="020B0503020102020204" pitchFamily="34" charset="0"/>
            </a:endParaRPr>
          </a:p>
        </p:txBody>
      </p:sp>
      <p:pic>
        <p:nvPicPr>
          <p:cNvPr id="2" name="Picture 1">
            <a:extLst>
              <a:ext uri="{FF2B5EF4-FFF2-40B4-BE49-F238E27FC236}">
                <a16:creationId xmlns:a16="http://schemas.microsoft.com/office/drawing/2014/main" id="{625EC304-F395-536B-41EF-5BBBBAF818C4}"/>
              </a:ext>
            </a:extLst>
          </p:cNvPr>
          <p:cNvPicPr>
            <a:picLocks noChangeAspect="1"/>
          </p:cNvPicPr>
          <p:nvPr/>
        </p:nvPicPr>
        <p:blipFill>
          <a:blip r:embed="rId3"/>
          <a:stretch>
            <a:fillRect/>
          </a:stretch>
        </p:blipFill>
        <p:spPr>
          <a:xfrm>
            <a:off x="6832996" y="354548"/>
            <a:ext cx="2105025" cy="2133600"/>
          </a:xfrm>
          <a:prstGeom prst="roundRect">
            <a:avLst>
              <a:gd name="adj" fmla="val 8594"/>
            </a:avLst>
          </a:prstGeom>
          <a:solidFill>
            <a:srgbClr val="FFFFFF">
              <a:shade val="85000"/>
            </a:srgbClr>
          </a:solidFill>
          <a:ln>
            <a:noFill/>
          </a:ln>
          <a:effectLst>
            <a:reflection blurRad="12700" stA="38000" endPos="28000" dist="5000" dir="5400000" sy="-100000" algn="bl" rotWithShape="0"/>
          </a:effectLst>
        </p:spPr>
      </p:pic>
      <p:sp>
        <p:nvSpPr>
          <p:cNvPr id="9" name="Rectangle 3">
            <a:extLst>
              <a:ext uri="{FF2B5EF4-FFF2-40B4-BE49-F238E27FC236}">
                <a16:creationId xmlns:a16="http://schemas.microsoft.com/office/drawing/2014/main" id="{AA0BF95F-85F4-3AC9-C8FF-A4207161AC88}"/>
              </a:ext>
            </a:extLst>
          </p:cNvPr>
          <p:cNvSpPr>
            <a:spLocks noGrp="1" noChangeArrowheads="1"/>
          </p:cNvSpPr>
          <p:nvPr>
            <p:ph idx="1"/>
          </p:nvPr>
        </p:nvSpPr>
        <p:spPr bwMode="auto">
          <a:xfrm>
            <a:off x="377007" y="1848738"/>
            <a:ext cx="8382000" cy="480131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accent6">
                    <a:lumMod val="60000"/>
                    <a:lumOff val="40000"/>
                  </a:schemeClr>
                </a:solidFill>
                <a:effectLst/>
                <a:latin typeface="Arial" panose="020B0604020202020204" pitchFamily="34" charset="0"/>
              </a:rPr>
              <a:t>Enhance Data Transmission Speed</a:t>
            </a:r>
            <a:br>
              <a:rPr kumimoji="0" lang="en-US" altLang="en-US" sz="2400" b="1" i="0" u="none" strike="noStrike" cap="none" normalizeH="0" baseline="0" dirty="0">
                <a:ln>
                  <a:noFill/>
                </a:ln>
                <a:solidFill>
                  <a:schemeClr val="tx1"/>
                </a:solidFill>
                <a:effectLst/>
                <a:latin typeface="Arial" panose="020B0604020202020204" pitchFamily="34" charset="0"/>
              </a:rPr>
            </a:br>
            <a:r>
              <a:rPr kumimoji="0" lang="en-US" altLang="en-US" sz="2400" b="1" i="0" u="none" strike="noStrike" cap="none" normalizeH="0" baseline="0" dirty="0" err="1">
                <a:ln>
                  <a:noFill/>
                </a:ln>
                <a:solidFill>
                  <a:schemeClr val="tx1"/>
                </a:solidFill>
                <a:effectLst/>
                <a:latin typeface="Arial" panose="020B0604020202020204" pitchFamily="34" charset="0"/>
              </a:rPr>
              <a:t>LiFi</a:t>
            </a:r>
            <a:r>
              <a:rPr kumimoji="0" lang="en-US" altLang="en-US" sz="2400" b="1" i="0" u="none" strike="noStrike" cap="none" normalizeH="0" baseline="0" dirty="0">
                <a:ln>
                  <a:noFill/>
                </a:ln>
                <a:solidFill>
                  <a:schemeClr val="tx1"/>
                </a:solidFill>
                <a:effectLst/>
                <a:latin typeface="Arial" panose="020B0604020202020204" pitchFamily="34" charset="0"/>
              </a:rPr>
              <a:t> aims to deliver ultra-fast wireless communication, with speeds potentially exceeding 1 Gbps and even reaching up to 224 Gbps in lab conditions.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accent6">
                    <a:lumMod val="60000"/>
                    <a:lumOff val="40000"/>
                  </a:schemeClr>
                </a:solidFill>
                <a:effectLst/>
                <a:latin typeface="Arial" panose="020B0604020202020204" pitchFamily="34" charset="0"/>
              </a:rPr>
              <a:t>Reduce Network Congestion</a:t>
            </a:r>
            <a:br>
              <a:rPr kumimoji="0" lang="en-US" altLang="en-US" sz="2400" b="1" i="0" u="none" strike="noStrike" cap="none" normalizeH="0" baseline="0" dirty="0">
                <a:ln>
                  <a:noFill/>
                </a:ln>
                <a:solidFill>
                  <a:schemeClr val="tx1"/>
                </a:solidFill>
                <a:effectLst/>
                <a:latin typeface="Arial" panose="020B0604020202020204" pitchFamily="34" charset="0"/>
              </a:rPr>
            </a:br>
            <a:r>
              <a:rPr kumimoji="0" lang="en-US" altLang="en-US" sz="2400" b="1" i="0" u="none" strike="noStrike" cap="none" normalizeH="0" baseline="0" dirty="0">
                <a:ln>
                  <a:noFill/>
                </a:ln>
                <a:solidFill>
                  <a:schemeClr val="tx1"/>
                </a:solidFill>
                <a:effectLst/>
                <a:latin typeface="Arial" panose="020B0604020202020204" pitchFamily="34" charset="0"/>
              </a:rPr>
              <a:t>By shifting data transmission from radio frequencies to the visible light spectrum, </a:t>
            </a:r>
            <a:r>
              <a:rPr kumimoji="0" lang="en-US" altLang="en-US" sz="2400" b="1" i="0" u="none" strike="noStrike" cap="none" normalizeH="0" baseline="0" dirty="0" err="1">
                <a:ln>
                  <a:noFill/>
                </a:ln>
                <a:solidFill>
                  <a:schemeClr val="tx1"/>
                </a:solidFill>
                <a:effectLst/>
                <a:latin typeface="Arial" panose="020B0604020202020204" pitchFamily="34" charset="0"/>
              </a:rPr>
              <a:t>LiFi</a:t>
            </a:r>
            <a:r>
              <a:rPr kumimoji="0" lang="en-US" altLang="en-US" sz="2400" b="1" i="0" u="none" strike="noStrike" cap="none" normalizeH="0" baseline="0" dirty="0">
                <a:ln>
                  <a:noFill/>
                </a:ln>
                <a:solidFill>
                  <a:schemeClr val="tx1"/>
                </a:solidFill>
                <a:effectLst/>
                <a:latin typeface="Arial" panose="020B0604020202020204" pitchFamily="34" charset="0"/>
              </a:rPr>
              <a:t> helps offload traffic from overcrowded </a:t>
            </a:r>
            <a:r>
              <a:rPr kumimoji="0" lang="en-US" altLang="en-US" sz="2400" b="1" i="0" u="none" strike="noStrike" cap="none" normalizeH="0" baseline="0" dirty="0" err="1">
                <a:ln>
                  <a:noFill/>
                </a:ln>
                <a:solidFill>
                  <a:schemeClr val="tx1"/>
                </a:solidFill>
                <a:effectLst/>
                <a:latin typeface="Arial" panose="020B0604020202020204" pitchFamily="34" charset="0"/>
              </a:rPr>
              <a:t>WiFi</a:t>
            </a:r>
            <a:r>
              <a:rPr kumimoji="0" lang="en-US" altLang="en-US" sz="2400" b="1" i="0" u="none" strike="noStrike" cap="none" normalizeH="0" baseline="0" dirty="0">
                <a:ln>
                  <a:noFill/>
                </a:ln>
                <a:solidFill>
                  <a:schemeClr val="tx1"/>
                </a:solidFill>
                <a:effectLst/>
                <a:latin typeface="Arial" panose="020B0604020202020204" pitchFamily="34" charset="0"/>
              </a:rPr>
              <a:t> networks.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accent6">
                    <a:lumMod val="60000"/>
                    <a:lumOff val="40000"/>
                  </a:schemeClr>
                </a:solidFill>
                <a:effectLst/>
                <a:latin typeface="Arial" panose="020B0604020202020204" pitchFamily="34" charset="0"/>
              </a:rPr>
              <a:t>Enable Secure Communicatio</a:t>
            </a:r>
            <a:r>
              <a:rPr kumimoji="0" lang="en-US" altLang="en-US" sz="2400" b="1" i="0" u="none" strike="noStrike" cap="none" normalizeH="0" baseline="0" dirty="0">
                <a:ln>
                  <a:noFill/>
                </a:ln>
                <a:solidFill>
                  <a:schemeClr val="tx1"/>
                </a:solidFill>
                <a:effectLst/>
                <a:latin typeface="Arial" panose="020B0604020202020204" pitchFamily="34" charset="0"/>
              </a:rPr>
              <a:t>n</a:t>
            </a:r>
            <a:br>
              <a:rPr kumimoji="0" lang="en-US" altLang="en-US" sz="2400" b="1" i="0" u="none" strike="noStrike" cap="none" normalizeH="0" baseline="0" dirty="0">
                <a:ln>
                  <a:noFill/>
                </a:ln>
                <a:solidFill>
                  <a:schemeClr val="tx1"/>
                </a:solidFill>
                <a:effectLst/>
                <a:latin typeface="Arial" panose="020B0604020202020204" pitchFamily="34" charset="0"/>
              </a:rPr>
            </a:br>
            <a:r>
              <a:rPr kumimoji="0" lang="en-US" altLang="en-US" sz="2400" b="1" i="0" u="none" strike="noStrike" cap="none" normalizeH="0" baseline="0" dirty="0">
                <a:ln>
                  <a:noFill/>
                </a:ln>
                <a:solidFill>
                  <a:schemeClr val="tx1"/>
                </a:solidFill>
                <a:effectLst/>
                <a:latin typeface="Arial" panose="020B0604020202020204" pitchFamily="34" charset="0"/>
              </a:rPr>
              <a:t>Since light cannot penetrate walls, </a:t>
            </a:r>
            <a:r>
              <a:rPr kumimoji="0" lang="en-US" altLang="en-US" sz="2400" b="1" i="0" u="none" strike="noStrike" cap="none" normalizeH="0" baseline="0" dirty="0" err="1">
                <a:ln>
                  <a:noFill/>
                </a:ln>
                <a:solidFill>
                  <a:schemeClr val="tx1"/>
                </a:solidFill>
                <a:effectLst/>
                <a:latin typeface="Arial" panose="020B0604020202020204" pitchFamily="34" charset="0"/>
              </a:rPr>
              <a:t>LiFi</a:t>
            </a:r>
            <a:r>
              <a:rPr kumimoji="0" lang="en-US" altLang="en-US" sz="2400" b="1" i="0" u="none" strike="noStrike" cap="none" normalizeH="0" baseline="0" dirty="0">
                <a:ln>
                  <a:noFill/>
                </a:ln>
                <a:solidFill>
                  <a:schemeClr val="tx1"/>
                </a:solidFill>
                <a:effectLst/>
                <a:latin typeface="Arial" panose="020B0604020202020204" pitchFamily="34" charset="0"/>
              </a:rPr>
              <a:t> offers a more secure data transmission environment, reducing the risk of unauthorized access. </a:t>
            </a:r>
          </a:p>
          <a:p>
            <a:pPr marL="0" marR="0" lvl="0" indent="0" algn="l" defTabSz="914400" rtl="0" eaLnBrk="0" fontAlgn="base" latinLnBrk="0" hangingPunct="0">
              <a:lnSpc>
                <a:spcPct val="100000"/>
              </a:lnSpc>
              <a:spcBef>
                <a:spcPct val="0"/>
              </a:spcBef>
              <a:spcAft>
                <a:spcPct val="0"/>
              </a:spcAft>
              <a:buClrTx/>
              <a:buSzTx/>
              <a:buFontTx/>
              <a:buChar char="•"/>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Title 1"/>
          <p:cNvSpPr>
            <a:spLocks noGrp="1"/>
          </p:cNvSpPr>
          <p:nvPr>
            <p:ph type="title"/>
          </p:nvPr>
        </p:nvSpPr>
        <p:spPr>
          <a:xfrm>
            <a:off x="457200" y="274955"/>
            <a:ext cx="8229600" cy="426720"/>
          </a:xfrm>
        </p:spPr>
        <p:txBody>
          <a:bodyPr>
            <a:normAutofit fontScale="90000"/>
          </a:bodyPr>
          <a:lstStyle/>
          <a:p>
            <a:pPr algn="ctr" eaLnBrk="1" fontAlgn="auto" hangingPunct="1">
              <a:spcAft>
                <a:spcPts val="0"/>
              </a:spcAft>
              <a:defRPr/>
            </a:pPr>
            <a:r>
              <a:rPr lang="en-IN" altLang="en-US" sz="3600" dirty="0">
                <a:solidFill>
                  <a:schemeClr val="bg1">
                    <a:lumMod val="85000"/>
                    <a:lumOff val="15000"/>
                  </a:schemeClr>
                </a:solidFill>
                <a:latin typeface="Times New Roman" panose="02020603050405020304" pitchFamily="18" charset="0"/>
                <a:cs typeface="Times New Roman" panose="02020603050405020304" pitchFamily="18" charset="0"/>
              </a:rPr>
              <a:t>.</a:t>
            </a:r>
          </a:p>
        </p:txBody>
      </p:sp>
      <p:sp>
        <p:nvSpPr>
          <p:cNvPr id="17411" name="Slide Number Placeholder 5"/>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9F7DE369-937D-4B84-B1CD-C2E7AD9F5493}" type="slidenum">
              <a:rPr lang="en-US" altLang="en-US" smtClean="0">
                <a:solidFill>
                  <a:srgbClr val="898989"/>
                </a:solidFill>
              </a:rPr>
              <a:t>6</a:t>
            </a:fld>
            <a:endParaRPr lang="en-US" altLang="en-US">
              <a:solidFill>
                <a:srgbClr val="898989"/>
              </a:solidFill>
            </a:endParaRPr>
          </a:p>
        </p:txBody>
      </p:sp>
      <p:graphicFrame>
        <p:nvGraphicFramePr>
          <p:cNvPr id="8" name="Content Placeholder 7">
            <a:extLst>
              <a:ext uri="{FF2B5EF4-FFF2-40B4-BE49-F238E27FC236}">
                <a16:creationId xmlns:a16="http://schemas.microsoft.com/office/drawing/2014/main" id="{E2160D9E-09CE-79A1-4FBF-624CD80C5F89}"/>
              </a:ext>
            </a:extLst>
          </p:cNvPr>
          <p:cNvGraphicFramePr>
            <a:graphicFrameLocks noGrp="1"/>
          </p:cNvGraphicFramePr>
          <p:nvPr>
            <p:ph idx="1"/>
            <p:extLst>
              <p:ext uri="{D42A27DB-BD31-4B8C-83A1-F6EECF244321}">
                <p14:modId xmlns:p14="http://schemas.microsoft.com/office/powerpoint/2010/main" val="863138834"/>
              </p:ext>
            </p:extLst>
          </p:nvPr>
        </p:nvGraphicFramePr>
        <p:xfrm>
          <a:off x="688340" y="990600"/>
          <a:ext cx="7696200" cy="5517372"/>
        </p:xfrm>
        <a:graphic>
          <a:graphicData uri="http://schemas.openxmlformats.org/drawingml/2006/table">
            <a:tbl>
              <a:tblPr/>
              <a:tblGrid>
                <a:gridCol w="868680">
                  <a:extLst>
                    <a:ext uri="{9D8B030D-6E8A-4147-A177-3AD203B41FA5}">
                      <a16:colId xmlns:a16="http://schemas.microsoft.com/office/drawing/2014/main" val="1553846742"/>
                    </a:ext>
                  </a:extLst>
                </a:gridCol>
                <a:gridCol w="1706880">
                  <a:extLst>
                    <a:ext uri="{9D8B030D-6E8A-4147-A177-3AD203B41FA5}">
                      <a16:colId xmlns:a16="http://schemas.microsoft.com/office/drawing/2014/main" val="1315343860"/>
                    </a:ext>
                  </a:extLst>
                </a:gridCol>
                <a:gridCol w="1706880">
                  <a:extLst>
                    <a:ext uri="{9D8B030D-6E8A-4147-A177-3AD203B41FA5}">
                      <a16:colId xmlns:a16="http://schemas.microsoft.com/office/drawing/2014/main" val="1494520930"/>
                    </a:ext>
                  </a:extLst>
                </a:gridCol>
                <a:gridCol w="1706880">
                  <a:extLst>
                    <a:ext uri="{9D8B030D-6E8A-4147-A177-3AD203B41FA5}">
                      <a16:colId xmlns:a16="http://schemas.microsoft.com/office/drawing/2014/main" val="2124981168"/>
                    </a:ext>
                  </a:extLst>
                </a:gridCol>
                <a:gridCol w="1706880">
                  <a:extLst>
                    <a:ext uri="{9D8B030D-6E8A-4147-A177-3AD203B41FA5}">
                      <a16:colId xmlns:a16="http://schemas.microsoft.com/office/drawing/2014/main" val="3229050354"/>
                    </a:ext>
                  </a:extLst>
                </a:gridCol>
              </a:tblGrid>
              <a:tr h="586954">
                <a:tc>
                  <a:txBody>
                    <a:bodyPr/>
                    <a:lstStyle/>
                    <a:p>
                      <a:pPr>
                        <a:buNone/>
                      </a:pPr>
                      <a:r>
                        <a:rPr lang="en-US" sz="900" b="1" dirty="0"/>
                        <a:t>Year</a:t>
                      </a:r>
                      <a:endParaRPr lang="en-US" sz="900" dirty="0"/>
                    </a:p>
                  </a:txBody>
                  <a:tcPr marL="43183" marR="43183" marT="21592" marB="21592" anchor="ctr">
                    <a:lnL>
                      <a:noFill/>
                    </a:lnL>
                    <a:lnR>
                      <a:noFill/>
                    </a:lnR>
                    <a:lnT>
                      <a:noFill/>
                    </a:lnT>
                    <a:lnB>
                      <a:noFill/>
                    </a:lnB>
                    <a:noFill/>
                  </a:tcPr>
                </a:tc>
                <a:tc>
                  <a:txBody>
                    <a:bodyPr/>
                    <a:lstStyle/>
                    <a:p>
                      <a:pPr>
                        <a:buNone/>
                      </a:pPr>
                      <a:r>
                        <a:rPr lang="en-US" sz="900" b="1"/>
                        <a:t>Authors</a:t>
                      </a:r>
                      <a:endParaRPr lang="en-US" sz="900"/>
                    </a:p>
                  </a:txBody>
                  <a:tcPr marL="43183" marR="43183" marT="21592" marB="21592" anchor="ctr">
                    <a:lnL>
                      <a:noFill/>
                    </a:lnL>
                    <a:lnR>
                      <a:noFill/>
                    </a:lnR>
                    <a:lnT>
                      <a:noFill/>
                    </a:lnT>
                    <a:lnB>
                      <a:noFill/>
                    </a:lnB>
                    <a:noFill/>
                  </a:tcPr>
                </a:tc>
                <a:tc>
                  <a:txBody>
                    <a:bodyPr/>
                    <a:lstStyle/>
                    <a:p>
                      <a:pPr>
                        <a:buNone/>
                      </a:pPr>
                      <a:r>
                        <a:rPr lang="en-US" sz="900" b="1"/>
                        <a:t>Method</a:t>
                      </a:r>
                      <a:endParaRPr lang="en-US" sz="900"/>
                    </a:p>
                  </a:txBody>
                  <a:tcPr marL="43183" marR="43183" marT="21592" marB="21592" anchor="ctr">
                    <a:lnL>
                      <a:noFill/>
                    </a:lnL>
                    <a:lnR>
                      <a:noFill/>
                    </a:lnR>
                    <a:lnT>
                      <a:noFill/>
                    </a:lnT>
                    <a:lnB>
                      <a:noFill/>
                    </a:lnB>
                    <a:noFill/>
                  </a:tcPr>
                </a:tc>
                <a:tc>
                  <a:txBody>
                    <a:bodyPr/>
                    <a:lstStyle/>
                    <a:p>
                      <a:pPr>
                        <a:buNone/>
                      </a:pPr>
                      <a:r>
                        <a:rPr lang="en-US" sz="900" b="1"/>
                        <a:t>Results/Parameters with Values</a:t>
                      </a:r>
                      <a:endParaRPr lang="en-US" sz="900"/>
                    </a:p>
                  </a:txBody>
                  <a:tcPr marL="43183" marR="43183" marT="21592" marB="21592" anchor="ctr">
                    <a:lnL>
                      <a:noFill/>
                    </a:lnL>
                    <a:lnR>
                      <a:noFill/>
                    </a:lnR>
                    <a:lnT>
                      <a:noFill/>
                    </a:lnT>
                    <a:lnB>
                      <a:noFill/>
                    </a:lnB>
                    <a:noFill/>
                  </a:tcPr>
                </a:tc>
                <a:tc>
                  <a:txBody>
                    <a:bodyPr/>
                    <a:lstStyle/>
                    <a:p>
                      <a:pPr>
                        <a:buNone/>
                      </a:pPr>
                      <a:r>
                        <a:rPr lang="en-US" sz="900" b="1"/>
                        <a:t>Features/Drawbacks</a:t>
                      </a:r>
                      <a:endParaRPr lang="en-US" sz="900"/>
                    </a:p>
                  </a:txBody>
                  <a:tcPr marL="43183" marR="43183" marT="21592" marB="21592" anchor="ctr">
                    <a:lnL>
                      <a:noFill/>
                    </a:lnL>
                    <a:lnR>
                      <a:noFill/>
                    </a:lnR>
                    <a:lnT>
                      <a:noFill/>
                    </a:lnT>
                    <a:lnB>
                      <a:noFill/>
                    </a:lnB>
                    <a:noFill/>
                  </a:tcPr>
                </a:tc>
                <a:extLst>
                  <a:ext uri="{0D108BD9-81ED-4DB2-BD59-A6C34878D82A}">
                    <a16:rowId xmlns:a16="http://schemas.microsoft.com/office/drawing/2014/main" val="1047524494"/>
                  </a:ext>
                </a:extLst>
              </a:tr>
              <a:tr h="939127">
                <a:tc>
                  <a:txBody>
                    <a:bodyPr/>
                    <a:lstStyle/>
                    <a:p>
                      <a:pPr>
                        <a:buNone/>
                      </a:pPr>
                      <a:r>
                        <a:rPr lang="en-US" sz="900"/>
                        <a:t>2013</a:t>
                      </a:r>
                    </a:p>
                  </a:txBody>
                  <a:tcPr marL="43183" marR="43183" marT="21592" marB="21592" anchor="ctr">
                    <a:lnL>
                      <a:noFill/>
                    </a:lnL>
                    <a:lnR>
                      <a:noFill/>
                    </a:lnR>
                    <a:lnT>
                      <a:noFill/>
                    </a:lnT>
                    <a:lnB>
                      <a:noFill/>
                    </a:lnB>
                    <a:noFill/>
                  </a:tcPr>
                </a:tc>
                <a:tc>
                  <a:txBody>
                    <a:bodyPr/>
                    <a:lstStyle/>
                    <a:p>
                      <a:pPr>
                        <a:buNone/>
                      </a:pPr>
                      <a:r>
                        <a:rPr lang="en-US" sz="900" dirty="0"/>
                        <a:t>Haas et al.</a:t>
                      </a:r>
                    </a:p>
                  </a:txBody>
                  <a:tcPr marL="43183" marR="43183" marT="21592" marB="21592" anchor="ctr">
                    <a:lnL>
                      <a:noFill/>
                    </a:lnL>
                    <a:lnR>
                      <a:noFill/>
                    </a:lnR>
                    <a:lnT>
                      <a:noFill/>
                    </a:lnT>
                    <a:lnB>
                      <a:noFill/>
                    </a:lnB>
                    <a:noFill/>
                  </a:tcPr>
                </a:tc>
                <a:tc>
                  <a:txBody>
                    <a:bodyPr/>
                    <a:lstStyle/>
                    <a:p>
                      <a:pPr>
                        <a:buNone/>
                      </a:pPr>
                      <a:r>
                        <a:rPr lang="en-US" sz="900"/>
                        <a:t>VLC using LED modulation</a:t>
                      </a:r>
                    </a:p>
                  </a:txBody>
                  <a:tcPr marL="43183" marR="43183" marT="21592" marB="21592" anchor="ctr">
                    <a:lnL>
                      <a:noFill/>
                    </a:lnL>
                    <a:lnR>
                      <a:noFill/>
                    </a:lnR>
                    <a:lnT>
                      <a:noFill/>
                    </a:lnT>
                    <a:lnB>
                      <a:noFill/>
                    </a:lnB>
                    <a:noFill/>
                  </a:tcPr>
                </a:tc>
                <a:tc>
                  <a:txBody>
                    <a:bodyPr/>
                    <a:lstStyle/>
                    <a:p>
                      <a:pPr>
                        <a:buNone/>
                      </a:pPr>
                      <a:r>
                        <a:rPr lang="en-US" sz="900"/>
                        <a:t>Achieved data rates of 10 Mbps using off-the-shelf LEDs</a:t>
                      </a:r>
                    </a:p>
                  </a:txBody>
                  <a:tcPr marL="43183" marR="43183" marT="21592" marB="21592" anchor="ctr">
                    <a:lnL>
                      <a:noFill/>
                    </a:lnL>
                    <a:lnR>
                      <a:noFill/>
                    </a:lnR>
                    <a:lnT>
                      <a:noFill/>
                    </a:lnT>
                    <a:lnB>
                      <a:noFill/>
                    </a:lnB>
                    <a:noFill/>
                  </a:tcPr>
                </a:tc>
                <a:tc>
                  <a:txBody>
                    <a:bodyPr/>
                    <a:lstStyle/>
                    <a:p>
                      <a:pPr>
                        <a:buNone/>
                      </a:pPr>
                      <a:r>
                        <a:rPr lang="en-US" sz="900" dirty="0"/>
                        <a:t>Early prototype, limited range</a:t>
                      </a:r>
                    </a:p>
                  </a:txBody>
                  <a:tcPr marL="43183" marR="43183" marT="21592" marB="21592" anchor="ctr">
                    <a:lnL>
                      <a:noFill/>
                    </a:lnL>
                    <a:lnR>
                      <a:noFill/>
                    </a:lnR>
                    <a:lnT>
                      <a:noFill/>
                    </a:lnT>
                    <a:lnB>
                      <a:noFill/>
                    </a:lnB>
                    <a:noFill/>
                  </a:tcPr>
                </a:tc>
                <a:extLst>
                  <a:ext uri="{0D108BD9-81ED-4DB2-BD59-A6C34878D82A}">
                    <a16:rowId xmlns:a16="http://schemas.microsoft.com/office/drawing/2014/main" val="1791555054"/>
                  </a:ext>
                </a:extLst>
              </a:tr>
              <a:tr h="939127">
                <a:tc>
                  <a:txBody>
                    <a:bodyPr/>
                    <a:lstStyle/>
                    <a:p>
                      <a:pPr>
                        <a:buNone/>
                      </a:pPr>
                      <a:r>
                        <a:rPr lang="en-US" sz="900" dirty="0"/>
                        <a:t>2015</a:t>
                      </a:r>
                    </a:p>
                  </a:txBody>
                  <a:tcPr marL="43183" marR="43183" marT="21592" marB="21592" anchor="ctr">
                    <a:lnL>
                      <a:noFill/>
                    </a:lnL>
                    <a:lnR>
                      <a:noFill/>
                    </a:lnR>
                    <a:lnT>
                      <a:noFill/>
                    </a:lnT>
                    <a:lnB>
                      <a:noFill/>
                    </a:lnB>
                    <a:noFill/>
                  </a:tcPr>
                </a:tc>
                <a:tc>
                  <a:txBody>
                    <a:bodyPr/>
                    <a:lstStyle/>
                    <a:p>
                      <a:pPr>
                        <a:buNone/>
                      </a:pPr>
                      <a:r>
                        <a:rPr lang="en-US" sz="900" dirty="0"/>
                        <a:t>Rajagopal et al.</a:t>
                      </a:r>
                    </a:p>
                  </a:txBody>
                  <a:tcPr marL="43183" marR="43183" marT="21592" marB="21592" anchor="ctr">
                    <a:lnL>
                      <a:noFill/>
                    </a:lnL>
                    <a:lnR>
                      <a:noFill/>
                    </a:lnR>
                    <a:lnT>
                      <a:noFill/>
                    </a:lnT>
                    <a:lnB>
                      <a:noFill/>
                    </a:lnB>
                    <a:noFill/>
                  </a:tcPr>
                </a:tc>
                <a:tc>
                  <a:txBody>
                    <a:bodyPr/>
                    <a:lstStyle/>
                    <a:p>
                      <a:pPr>
                        <a:buNone/>
                      </a:pPr>
                      <a:r>
                        <a:rPr lang="en-US" sz="900"/>
                        <a:t>IEEE 802.15.7 standard-based LiFi system</a:t>
                      </a:r>
                    </a:p>
                  </a:txBody>
                  <a:tcPr marL="43183" marR="43183" marT="21592" marB="21592" anchor="ctr">
                    <a:lnL>
                      <a:noFill/>
                    </a:lnL>
                    <a:lnR>
                      <a:noFill/>
                    </a:lnR>
                    <a:lnT>
                      <a:noFill/>
                    </a:lnT>
                    <a:lnB>
                      <a:noFill/>
                    </a:lnB>
                    <a:noFill/>
                  </a:tcPr>
                </a:tc>
                <a:tc>
                  <a:txBody>
                    <a:bodyPr/>
                    <a:lstStyle/>
                    <a:p>
                      <a:pPr>
                        <a:buNone/>
                      </a:pPr>
                      <a:r>
                        <a:rPr lang="en-US" sz="900"/>
                        <a:t>Bidirectional communication with 100 Mbps</a:t>
                      </a:r>
                    </a:p>
                  </a:txBody>
                  <a:tcPr marL="43183" marR="43183" marT="21592" marB="21592" anchor="ctr">
                    <a:lnL>
                      <a:noFill/>
                    </a:lnL>
                    <a:lnR>
                      <a:noFill/>
                    </a:lnR>
                    <a:lnT>
                      <a:noFill/>
                    </a:lnT>
                    <a:lnB>
                      <a:noFill/>
                    </a:lnB>
                    <a:noFill/>
                  </a:tcPr>
                </a:tc>
                <a:tc>
                  <a:txBody>
                    <a:bodyPr/>
                    <a:lstStyle/>
                    <a:p>
                      <a:pPr>
                        <a:buNone/>
                      </a:pPr>
                      <a:r>
                        <a:rPr lang="en-US" sz="900"/>
                        <a:t>Line-of-sight dependency</a:t>
                      </a:r>
                    </a:p>
                  </a:txBody>
                  <a:tcPr marL="43183" marR="43183" marT="21592" marB="21592" anchor="ctr">
                    <a:lnL>
                      <a:noFill/>
                    </a:lnL>
                    <a:lnR>
                      <a:noFill/>
                    </a:lnR>
                    <a:lnT>
                      <a:noFill/>
                    </a:lnT>
                    <a:lnB>
                      <a:noFill/>
                    </a:lnB>
                    <a:noFill/>
                  </a:tcPr>
                </a:tc>
                <a:extLst>
                  <a:ext uri="{0D108BD9-81ED-4DB2-BD59-A6C34878D82A}">
                    <a16:rowId xmlns:a16="http://schemas.microsoft.com/office/drawing/2014/main" val="1089534758"/>
                  </a:ext>
                </a:extLst>
              </a:tr>
              <a:tr h="763041">
                <a:tc>
                  <a:txBody>
                    <a:bodyPr/>
                    <a:lstStyle/>
                    <a:p>
                      <a:pPr>
                        <a:buNone/>
                      </a:pPr>
                      <a:r>
                        <a:rPr lang="en-US" sz="900"/>
                        <a:t>2017</a:t>
                      </a:r>
                    </a:p>
                  </a:txBody>
                  <a:tcPr marL="43183" marR="43183" marT="21592" marB="21592" anchor="ctr">
                    <a:lnL>
                      <a:noFill/>
                    </a:lnL>
                    <a:lnR>
                      <a:noFill/>
                    </a:lnR>
                    <a:lnT>
                      <a:noFill/>
                    </a:lnT>
                    <a:lnB>
                      <a:noFill/>
                    </a:lnB>
                    <a:noFill/>
                  </a:tcPr>
                </a:tc>
                <a:tc>
                  <a:txBody>
                    <a:bodyPr/>
                    <a:lstStyle/>
                    <a:p>
                      <a:pPr>
                        <a:buNone/>
                      </a:pPr>
                      <a:r>
                        <a:rPr lang="en-US" sz="900"/>
                        <a:t>Ghassemlooy et al.</a:t>
                      </a:r>
                    </a:p>
                  </a:txBody>
                  <a:tcPr marL="43183" marR="43183" marT="21592" marB="21592" anchor="ctr">
                    <a:lnL>
                      <a:noFill/>
                    </a:lnL>
                    <a:lnR>
                      <a:noFill/>
                    </a:lnR>
                    <a:lnT>
                      <a:noFill/>
                    </a:lnT>
                    <a:lnB>
                      <a:noFill/>
                    </a:lnB>
                    <a:noFill/>
                  </a:tcPr>
                </a:tc>
                <a:tc>
                  <a:txBody>
                    <a:bodyPr/>
                    <a:lstStyle/>
                    <a:p>
                      <a:pPr>
                        <a:buNone/>
                      </a:pPr>
                      <a:r>
                        <a:rPr lang="en-US" sz="900"/>
                        <a:t>Hybrid LiFi/WiFi system</a:t>
                      </a:r>
                    </a:p>
                  </a:txBody>
                  <a:tcPr marL="43183" marR="43183" marT="21592" marB="21592" anchor="ctr">
                    <a:lnL>
                      <a:noFill/>
                    </a:lnL>
                    <a:lnR>
                      <a:noFill/>
                    </a:lnR>
                    <a:lnT>
                      <a:noFill/>
                    </a:lnT>
                    <a:lnB>
                      <a:noFill/>
                    </a:lnB>
                    <a:noFill/>
                  </a:tcPr>
                </a:tc>
                <a:tc>
                  <a:txBody>
                    <a:bodyPr/>
                    <a:lstStyle/>
                    <a:p>
                      <a:pPr>
                        <a:buNone/>
                      </a:pPr>
                      <a:r>
                        <a:rPr lang="en-US" sz="900"/>
                        <a:t>Improved coverage and reduced RF congestion</a:t>
                      </a:r>
                    </a:p>
                  </a:txBody>
                  <a:tcPr marL="43183" marR="43183" marT="21592" marB="21592" anchor="ctr">
                    <a:lnL>
                      <a:noFill/>
                    </a:lnL>
                    <a:lnR>
                      <a:noFill/>
                    </a:lnR>
                    <a:lnT>
                      <a:noFill/>
                    </a:lnT>
                    <a:lnB>
                      <a:noFill/>
                    </a:lnB>
                    <a:noFill/>
                  </a:tcPr>
                </a:tc>
                <a:tc>
                  <a:txBody>
                    <a:bodyPr/>
                    <a:lstStyle/>
                    <a:p>
                      <a:pPr>
                        <a:buNone/>
                      </a:pPr>
                      <a:r>
                        <a:rPr lang="en-US" sz="900"/>
                        <a:t>Complexity in handover management</a:t>
                      </a:r>
                    </a:p>
                  </a:txBody>
                  <a:tcPr marL="43183" marR="43183" marT="21592" marB="21592" anchor="ctr">
                    <a:lnL>
                      <a:noFill/>
                    </a:lnL>
                    <a:lnR>
                      <a:noFill/>
                    </a:lnR>
                    <a:lnT>
                      <a:noFill/>
                    </a:lnT>
                    <a:lnB>
                      <a:noFill/>
                    </a:lnB>
                    <a:noFill/>
                  </a:tcPr>
                </a:tc>
                <a:extLst>
                  <a:ext uri="{0D108BD9-81ED-4DB2-BD59-A6C34878D82A}">
                    <a16:rowId xmlns:a16="http://schemas.microsoft.com/office/drawing/2014/main" val="775704478"/>
                  </a:ext>
                </a:extLst>
              </a:tr>
              <a:tr h="763041">
                <a:tc>
                  <a:txBody>
                    <a:bodyPr/>
                    <a:lstStyle/>
                    <a:p>
                      <a:pPr>
                        <a:buNone/>
                      </a:pPr>
                      <a:r>
                        <a:rPr lang="en-US" sz="900"/>
                        <a:t>2019</a:t>
                      </a:r>
                    </a:p>
                  </a:txBody>
                  <a:tcPr marL="43183" marR="43183" marT="21592" marB="21592" anchor="ctr">
                    <a:lnL>
                      <a:noFill/>
                    </a:lnL>
                    <a:lnR>
                      <a:noFill/>
                    </a:lnR>
                    <a:lnT>
                      <a:noFill/>
                    </a:lnT>
                    <a:lnB>
                      <a:noFill/>
                    </a:lnB>
                    <a:noFill/>
                  </a:tcPr>
                </a:tc>
                <a:tc>
                  <a:txBody>
                    <a:bodyPr/>
                    <a:lstStyle/>
                    <a:p>
                      <a:pPr>
                        <a:buNone/>
                      </a:pPr>
                      <a:r>
                        <a:rPr lang="en-US" sz="900"/>
                        <a:t>Pathak et al.</a:t>
                      </a:r>
                    </a:p>
                  </a:txBody>
                  <a:tcPr marL="43183" marR="43183" marT="21592" marB="21592" anchor="ctr">
                    <a:lnL>
                      <a:noFill/>
                    </a:lnL>
                    <a:lnR>
                      <a:noFill/>
                    </a:lnR>
                    <a:lnT>
                      <a:noFill/>
                    </a:lnT>
                    <a:lnB>
                      <a:noFill/>
                    </a:lnB>
                    <a:noFill/>
                  </a:tcPr>
                </a:tc>
                <a:tc>
                  <a:txBody>
                    <a:bodyPr/>
                    <a:lstStyle/>
                    <a:p>
                      <a:pPr>
                        <a:buNone/>
                      </a:pPr>
                      <a:r>
                        <a:rPr lang="en-US" sz="900"/>
                        <a:t>LiFi for indoor positioning</a:t>
                      </a:r>
                    </a:p>
                  </a:txBody>
                  <a:tcPr marL="43183" marR="43183" marT="21592" marB="21592" anchor="ctr">
                    <a:lnL>
                      <a:noFill/>
                    </a:lnL>
                    <a:lnR>
                      <a:noFill/>
                    </a:lnR>
                    <a:lnT>
                      <a:noFill/>
                    </a:lnT>
                    <a:lnB>
                      <a:noFill/>
                    </a:lnB>
                    <a:noFill/>
                  </a:tcPr>
                </a:tc>
                <a:tc>
                  <a:txBody>
                    <a:bodyPr/>
                    <a:lstStyle/>
                    <a:p>
                      <a:pPr>
                        <a:buNone/>
                      </a:pPr>
                      <a:r>
                        <a:rPr lang="en-US" sz="900"/>
                        <a:t>Accuracy within 10 cm using LED grid</a:t>
                      </a:r>
                    </a:p>
                  </a:txBody>
                  <a:tcPr marL="43183" marR="43183" marT="21592" marB="21592" anchor="ctr">
                    <a:lnL>
                      <a:noFill/>
                    </a:lnL>
                    <a:lnR>
                      <a:noFill/>
                    </a:lnR>
                    <a:lnT>
                      <a:noFill/>
                    </a:lnT>
                    <a:lnB>
                      <a:noFill/>
                    </a:lnB>
                    <a:noFill/>
                  </a:tcPr>
                </a:tc>
                <a:tc>
                  <a:txBody>
                    <a:bodyPr/>
                    <a:lstStyle/>
                    <a:p>
                      <a:pPr>
                        <a:buNone/>
                      </a:pPr>
                      <a:r>
                        <a:rPr lang="en-US" sz="900"/>
                        <a:t>Requires dense LED deployment</a:t>
                      </a:r>
                    </a:p>
                  </a:txBody>
                  <a:tcPr marL="43183" marR="43183" marT="21592" marB="21592" anchor="ctr">
                    <a:lnL>
                      <a:noFill/>
                    </a:lnL>
                    <a:lnR>
                      <a:noFill/>
                    </a:lnR>
                    <a:lnT>
                      <a:noFill/>
                    </a:lnT>
                    <a:lnB>
                      <a:noFill/>
                    </a:lnB>
                    <a:noFill/>
                  </a:tcPr>
                </a:tc>
                <a:extLst>
                  <a:ext uri="{0D108BD9-81ED-4DB2-BD59-A6C34878D82A}">
                    <a16:rowId xmlns:a16="http://schemas.microsoft.com/office/drawing/2014/main" val="3447383629"/>
                  </a:ext>
                </a:extLst>
              </a:tr>
              <a:tr h="763041">
                <a:tc>
                  <a:txBody>
                    <a:bodyPr/>
                    <a:lstStyle/>
                    <a:p>
                      <a:pPr>
                        <a:buNone/>
                      </a:pPr>
                      <a:r>
                        <a:rPr lang="en-US" sz="900"/>
                        <a:t>2021</a:t>
                      </a:r>
                    </a:p>
                  </a:txBody>
                  <a:tcPr marL="43183" marR="43183" marT="21592" marB="21592" anchor="ctr">
                    <a:lnL>
                      <a:noFill/>
                    </a:lnL>
                    <a:lnR>
                      <a:noFill/>
                    </a:lnR>
                    <a:lnT>
                      <a:noFill/>
                    </a:lnT>
                    <a:lnB>
                      <a:noFill/>
                    </a:lnB>
                    <a:noFill/>
                  </a:tcPr>
                </a:tc>
                <a:tc>
                  <a:txBody>
                    <a:bodyPr/>
                    <a:lstStyle/>
                    <a:p>
                      <a:pPr>
                        <a:buNone/>
                      </a:pPr>
                      <a:r>
                        <a:rPr lang="en-US" sz="900"/>
                        <a:t>Rozin et al.</a:t>
                      </a:r>
                    </a:p>
                  </a:txBody>
                  <a:tcPr marL="43183" marR="43183" marT="21592" marB="21592" anchor="ctr">
                    <a:lnL>
                      <a:noFill/>
                    </a:lnL>
                    <a:lnR>
                      <a:noFill/>
                    </a:lnR>
                    <a:lnT>
                      <a:noFill/>
                    </a:lnT>
                    <a:lnB>
                      <a:noFill/>
                    </a:lnB>
                    <a:noFill/>
                  </a:tcPr>
                </a:tc>
                <a:tc>
                  <a:txBody>
                    <a:bodyPr/>
                    <a:lstStyle/>
                    <a:p>
                      <a:pPr>
                        <a:buNone/>
                      </a:pPr>
                      <a:r>
                        <a:rPr lang="en-US" sz="900" dirty="0"/>
                        <a:t>Multi-user </a:t>
                      </a:r>
                      <a:r>
                        <a:rPr lang="en-US" sz="900" dirty="0" err="1"/>
                        <a:t>LiFi</a:t>
                      </a:r>
                      <a:r>
                        <a:rPr lang="en-US" sz="900" dirty="0"/>
                        <a:t> with OFDMA</a:t>
                      </a:r>
                    </a:p>
                  </a:txBody>
                  <a:tcPr marL="43183" marR="43183" marT="21592" marB="21592" anchor="ctr">
                    <a:lnL>
                      <a:noFill/>
                    </a:lnL>
                    <a:lnR>
                      <a:noFill/>
                    </a:lnR>
                    <a:lnT>
                      <a:noFill/>
                    </a:lnT>
                    <a:lnB>
                      <a:noFill/>
                    </a:lnB>
                    <a:noFill/>
                  </a:tcPr>
                </a:tc>
                <a:tc>
                  <a:txBody>
                    <a:bodyPr/>
                    <a:lstStyle/>
                    <a:p>
                      <a:pPr>
                        <a:buNone/>
                      </a:pPr>
                      <a:r>
                        <a:rPr lang="en-US" sz="900"/>
                        <a:t>Enhanced throughput and user fairness</a:t>
                      </a:r>
                    </a:p>
                  </a:txBody>
                  <a:tcPr marL="43183" marR="43183" marT="21592" marB="21592" anchor="ctr">
                    <a:lnL>
                      <a:noFill/>
                    </a:lnL>
                    <a:lnR>
                      <a:noFill/>
                    </a:lnR>
                    <a:lnT>
                      <a:noFill/>
                    </a:lnT>
                    <a:lnB>
                      <a:noFill/>
                    </a:lnB>
                    <a:noFill/>
                  </a:tcPr>
                </a:tc>
                <a:tc>
                  <a:txBody>
                    <a:bodyPr/>
                    <a:lstStyle/>
                    <a:p>
                      <a:pPr>
                        <a:buNone/>
                      </a:pPr>
                      <a:r>
                        <a:rPr lang="en-US" sz="900"/>
                        <a:t>High computational overhead</a:t>
                      </a:r>
                    </a:p>
                  </a:txBody>
                  <a:tcPr marL="43183" marR="43183" marT="21592" marB="21592" anchor="ctr">
                    <a:lnL>
                      <a:noFill/>
                    </a:lnL>
                    <a:lnR>
                      <a:noFill/>
                    </a:lnR>
                    <a:lnT>
                      <a:noFill/>
                    </a:lnT>
                    <a:lnB>
                      <a:noFill/>
                    </a:lnB>
                    <a:noFill/>
                  </a:tcPr>
                </a:tc>
                <a:extLst>
                  <a:ext uri="{0D108BD9-81ED-4DB2-BD59-A6C34878D82A}">
                    <a16:rowId xmlns:a16="http://schemas.microsoft.com/office/drawing/2014/main" val="2766591822"/>
                  </a:ext>
                </a:extLst>
              </a:tr>
              <a:tr h="763041">
                <a:tc>
                  <a:txBody>
                    <a:bodyPr/>
                    <a:lstStyle/>
                    <a:p>
                      <a:pPr>
                        <a:buNone/>
                      </a:pPr>
                      <a:r>
                        <a:rPr lang="en-US" sz="900"/>
                        <a:t>2023</a:t>
                      </a:r>
                    </a:p>
                  </a:txBody>
                  <a:tcPr marL="43183" marR="43183" marT="21592" marB="21592" anchor="ctr">
                    <a:lnL>
                      <a:noFill/>
                    </a:lnL>
                    <a:lnR>
                      <a:noFill/>
                    </a:lnR>
                    <a:lnT>
                      <a:noFill/>
                    </a:lnT>
                    <a:lnB>
                      <a:noFill/>
                    </a:lnB>
                    <a:noFill/>
                  </a:tcPr>
                </a:tc>
                <a:tc>
                  <a:txBody>
                    <a:bodyPr/>
                    <a:lstStyle/>
                    <a:p>
                      <a:pPr>
                        <a:buNone/>
                      </a:pPr>
                      <a:r>
                        <a:rPr lang="en-US" sz="900"/>
                        <a:t>Ali, Khan, Hussain</a:t>
                      </a:r>
                    </a:p>
                  </a:txBody>
                  <a:tcPr marL="43183" marR="43183" marT="21592" marB="21592" anchor="ctr">
                    <a:lnL>
                      <a:noFill/>
                    </a:lnL>
                    <a:lnR>
                      <a:noFill/>
                    </a:lnR>
                    <a:lnT>
                      <a:noFill/>
                    </a:lnT>
                    <a:lnB>
                      <a:noFill/>
                    </a:lnB>
                    <a:noFill/>
                  </a:tcPr>
                </a:tc>
                <a:tc>
                  <a:txBody>
                    <a:bodyPr/>
                    <a:lstStyle/>
                    <a:p>
                      <a:pPr>
                        <a:buNone/>
                      </a:pPr>
                      <a:r>
                        <a:rPr lang="en-US" sz="900"/>
                        <a:t>Secure LiFi with encryption layer</a:t>
                      </a:r>
                    </a:p>
                  </a:txBody>
                  <a:tcPr marL="43183" marR="43183" marT="21592" marB="21592" anchor="ctr">
                    <a:lnL>
                      <a:noFill/>
                    </a:lnL>
                    <a:lnR>
                      <a:noFill/>
                    </a:lnR>
                    <a:lnT>
                      <a:noFill/>
                    </a:lnT>
                    <a:lnB>
                      <a:noFill/>
                    </a:lnB>
                    <a:noFill/>
                  </a:tcPr>
                </a:tc>
                <a:tc>
                  <a:txBody>
                    <a:bodyPr/>
                    <a:lstStyle/>
                    <a:p>
                      <a:pPr>
                        <a:buNone/>
                      </a:pPr>
                      <a:r>
                        <a:rPr lang="en-US" sz="900"/>
                        <a:t>Real-time encrypted data transfer at 1 Gbps</a:t>
                      </a:r>
                    </a:p>
                  </a:txBody>
                  <a:tcPr marL="43183" marR="43183" marT="21592" marB="21592" anchor="ctr">
                    <a:lnL>
                      <a:noFill/>
                    </a:lnL>
                    <a:lnR>
                      <a:noFill/>
                    </a:lnR>
                    <a:lnT>
                      <a:noFill/>
                    </a:lnT>
                    <a:lnB>
                      <a:noFill/>
                    </a:lnB>
                    <a:noFill/>
                  </a:tcPr>
                </a:tc>
                <a:tc>
                  <a:txBody>
                    <a:bodyPr/>
                    <a:lstStyle/>
                    <a:p>
                      <a:pPr>
                        <a:buNone/>
                      </a:pPr>
                      <a:r>
                        <a:rPr lang="en-US" sz="900" dirty="0"/>
                        <a:t>Increased system cost and power consumption</a:t>
                      </a:r>
                    </a:p>
                  </a:txBody>
                  <a:tcPr marL="43183" marR="43183" marT="21592" marB="21592" anchor="ctr">
                    <a:lnL>
                      <a:noFill/>
                    </a:lnL>
                    <a:lnR>
                      <a:noFill/>
                    </a:lnR>
                    <a:lnT>
                      <a:noFill/>
                    </a:lnT>
                    <a:lnB>
                      <a:noFill/>
                    </a:lnB>
                    <a:noFill/>
                  </a:tcPr>
                </a:tc>
                <a:extLst>
                  <a:ext uri="{0D108BD9-81ED-4DB2-BD59-A6C34878D82A}">
                    <a16:rowId xmlns:a16="http://schemas.microsoft.com/office/drawing/2014/main" val="4025600635"/>
                  </a:ext>
                </a:extLst>
              </a:tr>
            </a:tbl>
          </a:graphicData>
        </a:graphic>
      </p:graphicFrame>
      <p:sp>
        <p:nvSpPr>
          <p:cNvPr id="10" name="Rectangle 2">
            <a:extLst>
              <a:ext uri="{FF2B5EF4-FFF2-40B4-BE49-F238E27FC236}">
                <a16:creationId xmlns:a16="http://schemas.microsoft.com/office/drawing/2014/main" id="{B61EE5D2-C245-7709-74C4-4B00C0F65E17}"/>
              </a:ext>
            </a:extLst>
          </p:cNvPr>
          <p:cNvSpPr>
            <a:spLocks noChangeArrowheads="1"/>
          </p:cNvSpPr>
          <p:nvPr/>
        </p:nvSpPr>
        <p:spPr bwMode="auto">
          <a:xfrm>
            <a:off x="0" y="148936"/>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1" name="Rectangle 3">
            <a:extLst>
              <a:ext uri="{FF2B5EF4-FFF2-40B4-BE49-F238E27FC236}">
                <a16:creationId xmlns:a16="http://schemas.microsoft.com/office/drawing/2014/main" id="{F2914076-ABC2-1C7A-ADE6-1C5418863CC7}"/>
              </a:ext>
            </a:extLst>
          </p:cNvPr>
          <p:cNvSpPr>
            <a:spLocks noChangeArrowheads="1"/>
          </p:cNvSpPr>
          <p:nvPr/>
        </p:nvSpPr>
        <p:spPr bwMode="auto">
          <a:xfrm>
            <a:off x="457200" y="117157"/>
            <a:ext cx="8229600" cy="98488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1"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2000" b="1" i="0" u="none" strike="noStrike" cap="none" normalizeH="0" baseline="0" dirty="0">
                <a:ln>
                  <a:noFill/>
                </a:ln>
                <a:solidFill>
                  <a:srgbClr val="00FFFF"/>
                </a:solidFill>
                <a:effectLst/>
                <a:latin typeface="Arial Black" panose="020B0A04020102020204" pitchFamily="34" charset="0"/>
              </a:rPr>
              <a:t>📚 LITERATURE REVIEW – </a:t>
            </a:r>
            <a:r>
              <a:rPr kumimoji="0" lang="en-US" altLang="en-US" sz="2000" b="1" i="0" u="none" strike="noStrike" cap="none" normalizeH="0" baseline="0" dirty="0" err="1">
                <a:ln>
                  <a:noFill/>
                </a:ln>
                <a:solidFill>
                  <a:srgbClr val="00FFFF"/>
                </a:solidFill>
                <a:effectLst/>
                <a:latin typeface="Arial Black" panose="020B0A04020102020204" pitchFamily="34" charset="0"/>
              </a:rPr>
              <a:t>LiFi</a:t>
            </a:r>
            <a:r>
              <a:rPr kumimoji="0" lang="en-US" altLang="en-US" sz="2000" b="1" i="0" u="none" strike="noStrike" cap="none" normalizeH="0" baseline="0" dirty="0">
                <a:ln>
                  <a:noFill/>
                </a:ln>
                <a:solidFill>
                  <a:srgbClr val="00FFFF"/>
                </a:solidFill>
                <a:effectLst/>
                <a:latin typeface="Arial Black" panose="020B0A04020102020204" pitchFamily="34" charset="0"/>
              </a:rPr>
              <a:t> Technology</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12" name="Rectangle 4">
            <a:extLst>
              <a:ext uri="{FF2B5EF4-FFF2-40B4-BE49-F238E27FC236}">
                <a16:creationId xmlns:a16="http://schemas.microsoft.com/office/drawing/2014/main" id="{E5B6775A-6C60-DF60-9239-7CBA85D31D78}"/>
              </a:ext>
            </a:extLst>
          </p:cNvPr>
          <p:cNvSpPr>
            <a:spLocks noChangeArrowheads="1"/>
          </p:cNvSpPr>
          <p:nvPr/>
        </p:nvSpPr>
        <p:spPr bwMode="auto">
          <a:xfrm>
            <a:off x="-35560" y="186083"/>
            <a:ext cx="9144000" cy="15875"/>
          </a:xfrm>
          <a:prstGeom prst="rect">
            <a:avLst/>
          </a:prstGeom>
          <a:solidFill>
            <a:srgbClr val="000000"/>
          </a:solidFill>
          <a:ln w="9525">
            <a:solidFill>
              <a:schemeClr val="tx1"/>
            </a:solidFill>
            <a:prstDash val="solid"/>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cSld>
  <p:clrMapOvr>
    <a:masterClrMapping/>
  </p:clrMapOvr>
  <p:transition spd="slow"/>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re 1"/>
          <p:cNvSpPr>
            <a:spLocks noGrp="1"/>
          </p:cNvSpPr>
          <p:nvPr>
            <p:ph type="title"/>
          </p:nvPr>
        </p:nvSpPr>
        <p:spPr>
          <a:xfrm>
            <a:off x="374650" y="381000"/>
            <a:ext cx="8229600" cy="685800"/>
          </a:xfrm>
        </p:spPr>
        <p:txBody>
          <a:bodyPr/>
          <a:lstStyle/>
          <a:p>
            <a:pPr algn="ctr" eaLnBrk="1" hangingPunct="1"/>
            <a:r>
              <a:rPr lang="en-US" altLang="en-US" sz="3200" b="1" dirty="0">
                <a:solidFill>
                  <a:srgbClr val="00FFFF"/>
                </a:solidFill>
                <a:latin typeface="Felix Titling" panose="04060505060202020A04" pitchFamily="82" charset="0"/>
                <a:cs typeface="Arial" panose="020B0604020202020204" pitchFamily="34" charset="0"/>
              </a:rPr>
              <a:t>EXISISTING AND PROPOSED SYSTEMS</a:t>
            </a:r>
            <a:endParaRPr lang="fr-CA" altLang="en-US" sz="3200" b="1" dirty="0">
              <a:solidFill>
                <a:srgbClr val="00FFFF"/>
              </a:solidFill>
              <a:latin typeface="Felix Titling" panose="04060505060202020A04" pitchFamily="82" charset="0"/>
              <a:cs typeface="Times New Roman" panose="02020603050405020304" pitchFamily="18" charset="0"/>
            </a:endParaRPr>
          </a:p>
        </p:txBody>
      </p:sp>
      <p:sp>
        <p:nvSpPr>
          <p:cNvPr id="19459" name="Slide Number Placeholder 1"/>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89922F21-415B-4C6A-AC95-D7B075AFD8E5}" type="slidenum">
              <a:rPr lang="en-US" altLang="en-US" smtClean="0">
                <a:solidFill>
                  <a:srgbClr val="FFFFFF"/>
                </a:solidFill>
                <a:latin typeface="Franklin Gothic Book" panose="020B0503020102020204" pitchFamily="34" charset="0"/>
              </a:rPr>
              <a:t>7</a:t>
            </a:fld>
            <a:endParaRPr lang="en-US" altLang="en-US">
              <a:solidFill>
                <a:srgbClr val="FFFFFF"/>
              </a:solidFill>
              <a:latin typeface="Franklin Gothic Book" panose="020B0503020102020204" pitchFamily="34" charset="0"/>
            </a:endParaRPr>
          </a:p>
        </p:txBody>
      </p:sp>
      <p:sp>
        <p:nvSpPr>
          <p:cNvPr id="2" name="TextBox 1"/>
          <p:cNvSpPr txBox="1"/>
          <p:nvPr/>
        </p:nvSpPr>
        <p:spPr>
          <a:xfrm>
            <a:off x="609600" y="1447800"/>
            <a:ext cx="7275909" cy="5262979"/>
          </a:xfrm>
          <a:prstGeom prst="rect">
            <a:avLst/>
          </a:prstGeom>
          <a:noFill/>
        </p:spPr>
        <p:txBody>
          <a:bodyPr wrap="square" rtlCol="0">
            <a:spAutoFit/>
          </a:bodyPr>
          <a:lstStyle/>
          <a:p>
            <a:r>
              <a:rPr lang="en-US" sz="2400" dirty="0">
                <a:solidFill>
                  <a:srgbClr val="D3D3D3"/>
                </a:solidFill>
                <a:latin typeface="Georgia" panose="02040502050405020303" pitchFamily="18" charset="0"/>
              </a:rPr>
              <a:t>The "existing system theory" for Light Fidelity (Li-Fi) is fundamentally based on Visible Light Communication (VLC), where data is transmitted by modulating a light source, typically a Light-Emitting Diode (LED), at speeds imperceptible to the human eye. A Li-Fi system involves an LED transmitter in a Li-Fi access point encoding data into rapid on-off or intensity changes. A photodetector on a receiving device, such as a dongle or integrated chip, captures these light signals and converts them back into electrical signals and then into binary data. This system utilizes the optical spectrum, offering high speeds and enhanced security due to its confined nature, as signals cannot penetrate walls.</a:t>
            </a:r>
            <a:endParaRPr lang="en-IN" sz="2400" dirty="0">
              <a:solidFill>
                <a:srgbClr val="D3D3D3"/>
              </a:solidFill>
              <a:latin typeface="Georgia" panose="02040502050405020303"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Titre 1"/>
          <p:cNvSpPr>
            <a:spLocks noGrp="1"/>
          </p:cNvSpPr>
          <p:nvPr>
            <p:ph type="title"/>
          </p:nvPr>
        </p:nvSpPr>
        <p:spPr>
          <a:xfrm>
            <a:off x="16933" y="381000"/>
            <a:ext cx="8229600" cy="685800"/>
          </a:xfrm>
        </p:spPr>
        <p:txBody>
          <a:bodyPr/>
          <a:lstStyle/>
          <a:p>
            <a:pPr algn="ctr" eaLnBrk="1" hangingPunct="1"/>
            <a:r>
              <a:rPr lang="en-US" altLang="en-US" sz="3200" b="1" dirty="0">
                <a:solidFill>
                  <a:srgbClr val="00FFFF"/>
                </a:solidFill>
                <a:latin typeface="Calibri" panose="020F0502020204030204" pitchFamily="34" charset="0"/>
                <a:cs typeface="Arial" panose="020B0604020202020204" pitchFamily="34" charset="0"/>
              </a:rPr>
              <a:t>PRPOSED SYSTEM </a:t>
            </a:r>
            <a:endParaRPr lang="fr-CA" altLang="en-US" sz="3200" b="1" dirty="0">
              <a:solidFill>
                <a:srgbClr val="00FFFF"/>
              </a:solidFill>
              <a:latin typeface="Times New Roman" panose="02020603050405020304" pitchFamily="18" charset="0"/>
              <a:cs typeface="Times New Roman" panose="02020603050405020304" pitchFamily="18" charset="0"/>
            </a:endParaRPr>
          </a:p>
        </p:txBody>
      </p:sp>
      <p:sp>
        <p:nvSpPr>
          <p:cNvPr id="23555" name="Slide Number Placeholder 1"/>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D1D61C1-442F-4445-957C-9ACC869A3D52}" type="slidenum">
              <a:rPr lang="en-US" altLang="en-US" smtClean="0">
                <a:solidFill>
                  <a:srgbClr val="FFFFFF"/>
                </a:solidFill>
                <a:latin typeface="Franklin Gothic Book" panose="020B0503020102020204" pitchFamily="34" charset="0"/>
              </a:rPr>
              <a:t>8</a:t>
            </a:fld>
            <a:endParaRPr lang="en-US" altLang="en-US">
              <a:solidFill>
                <a:srgbClr val="FFFFFF"/>
              </a:solidFill>
              <a:latin typeface="Franklin Gothic Book" panose="020B0503020102020204" pitchFamily="34" charset="0"/>
            </a:endParaRPr>
          </a:p>
        </p:txBody>
      </p:sp>
      <p:sp>
        <p:nvSpPr>
          <p:cNvPr id="2" name="TextBox 1"/>
          <p:cNvSpPr txBox="1"/>
          <p:nvPr/>
        </p:nvSpPr>
        <p:spPr>
          <a:xfrm>
            <a:off x="457200" y="1164134"/>
            <a:ext cx="8305800" cy="4832092"/>
          </a:xfrm>
          <a:prstGeom prst="rect">
            <a:avLst/>
          </a:prstGeom>
          <a:noFill/>
        </p:spPr>
        <p:txBody>
          <a:bodyPr wrap="square" rtlCol="0">
            <a:spAutoFit/>
          </a:bodyPr>
          <a:lstStyle/>
          <a:p>
            <a:r>
              <a:rPr lang="en-US" sz="2800" dirty="0">
                <a:solidFill>
                  <a:srgbClr val="D3D3D3"/>
                </a:solidFill>
                <a:latin typeface="Georgia" panose="02040502050405020303" pitchFamily="18" charset="0"/>
              </a:rPr>
              <a:t>A proposed system for Light Fidelity (Li-Fi) involves using light-emitting diodes (LEDs) to transmit data wirelessly by rapidly modulating their intensity, converting light energy into electrical signals with photodiodes at the receiver to achieve high-speed communication. The system leverages the large, unused visible light spectrum for data transfer, offering advantages over traditional radio-based Wi-Fi, such as higher speeds, greater security due to light's inability to pass through walls, and no need for a router.</a:t>
            </a:r>
            <a:endParaRPr lang="en-IN" sz="2800" dirty="0">
              <a:solidFill>
                <a:srgbClr val="D3D3D3"/>
              </a:solidFill>
              <a:latin typeface="Georgia" panose="02040502050405020303"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re 1"/>
          <p:cNvSpPr>
            <a:spLocks noGrp="1"/>
          </p:cNvSpPr>
          <p:nvPr>
            <p:ph type="title"/>
          </p:nvPr>
        </p:nvSpPr>
        <p:spPr>
          <a:xfrm>
            <a:off x="374650" y="381000"/>
            <a:ext cx="8229600" cy="685800"/>
          </a:xfrm>
        </p:spPr>
        <p:txBody>
          <a:bodyPr>
            <a:normAutofit/>
          </a:bodyPr>
          <a:lstStyle/>
          <a:p>
            <a:pPr algn="ctr" eaLnBrk="1" hangingPunct="1"/>
            <a:r>
              <a:rPr lang="en-US" altLang="en-US" sz="3200" b="1" u="sng" dirty="0">
                <a:solidFill>
                  <a:srgbClr val="00FFFF"/>
                </a:solidFill>
                <a:latin typeface="Calibri" panose="020F0502020204030204" pitchFamily="34" charset="0"/>
                <a:cs typeface="Arial" panose="020B0604020202020204" pitchFamily="34" charset="0"/>
              </a:rPr>
              <a:t>PROPOSED SYSTEM BLOCK DIAGRAM </a:t>
            </a:r>
            <a:endParaRPr lang="fr-CA" altLang="en-US" sz="3200" b="1" u="sng" dirty="0">
              <a:solidFill>
                <a:srgbClr val="00FFFF"/>
              </a:solidFill>
              <a:latin typeface="Times New Roman" panose="02020603050405020304" pitchFamily="18" charset="0"/>
              <a:cs typeface="Times New Roman" panose="02020603050405020304" pitchFamily="18" charset="0"/>
            </a:endParaRPr>
          </a:p>
        </p:txBody>
      </p:sp>
      <p:sp>
        <p:nvSpPr>
          <p:cNvPr id="21508" name="Espace réservé du contenu 2"/>
          <p:cNvSpPr>
            <a:spLocks noGrp="1"/>
          </p:cNvSpPr>
          <p:nvPr>
            <p:ph idx="1"/>
          </p:nvPr>
        </p:nvSpPr>
        <p:spPr>
          <a:xfrm>
            <a:off x="914400" y="1066800"/>
            <a:ext cx="7620000" cy="5029200"/>
          </a:xfrm>
        </p:spPr>
        <p:txBody>
          <a:bodyPr/>
          <a:lstStyle/>
          <a:p>
            <a:pPr marL="0" indent="0">
              <a:buNone/>
            </a:pPr>
            <a:endParaRPr lang="en-US" sz="2000" dirty="0"/>
          </a:p>
          <a:p>
            <a:pPr marL="0" indent="0">
              <a:buNone/>
            </a:pPr>
            <a:endParaRPr lang="en-US" sz="2000" dirty="0"/>
          </a:p>
          <a:p>
            <a:pPr marL="0" indent="0" eaLnBrk="1" hangingPunct="1">
              <a:lnSpc>
                <a:spcPct val="170000"/>
              </a:lnSpc>
              <a:buFont typeface="Wingdings 2" panose="05020102010507070707" charset="2"/>
              <a:buNone/>
            </a:pPr>
            <a:endParaRPr lang="en-US" altLang="en-US" sz="4000" b="1" dirty="0">
              <a:solidFill>
                <a:srgbClr val="C00000"/>
              </a:solidFill>
              <a:latin typeface="Arial" panose="020B0604020202020204" pitchFamily="34" charset="0"/>
              <a:cs typeface="Arial" panose="020B0604020202020204" pitchFamily="34" charset="0"/>
            </a:endParaRPr>
          </a:p>
        </p:txBody>
      </p:sp>
      <p:pic>
        <p:nvPicPr>
          <p:cNvPr id="1026" name="Picture 2" descr="1.1: Li-Fi Data Transmission System block diagram In the system, an... |  Download Scientific Diagram">
            <a:extLst>
              <a:ext uri="{FF2B5EF4-FFF2-40B4-BE49-F238E27FC236}">
                <a16:creationId xmlns:a16="http://schemas.microsoft.com/office/drawing/2014/main" id="{3F2A9189-A2E4-0B25-AE52-3B692A4E1F0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8713" y="1447800"/>
            <a:ext cx="6886575" cy="441960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re 1"/>
          <p:cNvSpPr>
            <a:spLocks noGrp="1"/>
          </p:cNvSpPr>
          <p:nvPr>
            <p:ph type="title"/>
          </p:nvPr>
        </p:nvSpPr>
        <p:spPr>
          <a:xfrm>
            <a:off x="374650" y="381000"/>
            <a:ext cx="8229600" cy="685800"/>
          </a:xfrm>
        </p:spPr>
        <p:txBody>
          <a:bodyPr>
            <a:normAutofit fontScale="90000"/>
          </a:bodyPr>
          <a:lstStyle/>
          <a:p>
            <a:pPr algn="ctr" eaLnBrk="1" fontAlgn="auto" hangingPunct="1">
              <a:spcAft>
                <a:spcPts val="0"/>
              </a:spcAft>
              <a:defRPr/>
            </a:pPr>
            <a:r>
              <a:rPr lang="en-US" b="1" dirty="0">
                <a:solidFill>
                  <a:srgbClr val="00FFFF"/>
                </a:solidFill>
                <a:latin typeface="Felix Titling" panose="04060505060202020A04" pitchFamily="82" charset="0"/>
                <a:cs typeface="Arial" panose="020B0604020202020204" pitchFamily="34" charset="0"/>
              </a:rPr>
              <a:t>IMPLEMENTATION &amp; TESTING</a:t>
            </a:r>
            <a:endParaRPr lang="fr-CA" altLang="en-US" b="1" dirty="0">
              <a:solidFill>
                <a:srgbClr val="00FFFF"/>
              </a:solidFill>
              <a:latin typeface="Felix Titling" panose="04060505060202020A04" pitchFamily="82" charset="0"/>
              <a:cs typeface="Times New Roman" panose="02020603050405020304" pitchFamily="18" charset="0"/>
            </a:endParaRPr>
          </a:p>
        </p:txBody>
      </p:sp>
      <p:sp>
        <p:nvSpPr>
          <p:cNvPr id="2" name="TextBox 1"/>
          <p:cNvSpPr txBox="1"/>
          <p:nvPr/>
        </p:nvSpPr>
        <p:spPr>
          <a:xfrm>
            <a:off x="162983" y="1676400"/>
            <a:ext cx="8458200" cy="3785652"/>
          </a:xfrm>
          <a:prstGeom prst="rect">
            <a:avLst/>
          </a:prstGeom>
          <a:noFill/>
        </p:spPr>
        <p:txBody>
          <a:bodyPr wrap="square" rtlCol="0">
            <a:spAutoFit/>
          </a:bodyPr>
          <a:lstStyle/>
          <a:p>
            <a:r>
              <a:rPr lang="en-US" sz="2400" dirty="0">
                <a:solidFill>
                  <a:srgbClr val="D3D3D3"/>
                </a:solidFill>
                <a:latin typeface="Georgia" panose="02040502050405020303" pitchFamily="18" charset="0"/>
              </a:rPr>
              <a:t>implementing Li-Fi involves setting up a system with a modified LED light source (transmitter) to encode data into light, and a photo-detector (receiver) to decode the light fluctuations into digital data. Testing is done by evaluating data transfer rates, connection stability, range, and reliability by simulating real-world conditions, including the presence of obstacles and ambient light. Key test metrics include data throughput, latency, and signal integrity, often comparing Li-</a:t>
            </a:r>
            <a:r>
              <a:rPr lang="en-US" sz="2400" dirty="0" err="1">
                <a:solidFill>
                  <a:srgbClr val="D3D3D3"/>
                </a:solidFill>
                <a:latin typeface="Georgia" panose="02040502050405020303" pitchFamily="18" charset="0"/>
              </a:rPr>
              <a:t>Fi's</a:t>
            </a:r>
            <a:r>
              <a:rPr lang="en-US" sz="2400" dirty="0">
                <a:solidFill>
                  <a:srgbClr val="D3D3D3"/>
                </a:solidFill>
                <a:latin typeface="Georgia" panose="02040502050405020303" pitchFamily="18" charset="0"/>
              </a:rPr>
              <a:t> performance to established technologies like Wi-Fi and Bluetooth under varying conditions.</a:t>
            </a:r>
            <a:endParaRPr lang="en-IN" sz="2400" dirty="0">
              <a:solidFill>
                <a:srgbClr val="D3D3D3"/>
              </a:solidFill>
              <a:latin typeface="Georgia" panose="02040502050405020303" pitchFamily="18"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5EBE4D9-E85C-6FF7-3FA0-F44FB6556A38}"/>
              </a:ext>
            </a:extLst>
          </p:cNvPr>
          <p:cNvSpPr>
            <a:spLocks noGrp="1"/>
          </p:cNvSpPr>
          <p:nvPr>
            <p:ph type="title"/>
          </p:nvPr>
        </p:nvSpPr>
        <p:spPr/>
        <p:txBody>
          <a:bodyPr/>
          <a:lstStyle/>
          <a:p>
            <a:r>
              <a:rPr lang="en-US" u="sng" dirty="0">
                <a:solidFill>
                  <a:srgbClr val="00FFFF"/>
                </a:solidFill>
              </a:rPr>
              <a:t>COMPONENTS</a:t>
            </a:r>
          </a:p>
        </p:txBody>
      </p:sp>
      <p:sp>
        <p:nvSpPr>
          <p:cNvPr id="3" name="Content Placeholder 2">
            <a:extLst>
              <a:ext uri="{FF2B5EF4-FFF2-40B4-BE49-F238E27FC236}">
                <a16:creationId xmlns:a16="http://schemas.microsoft.com/office/drawing/2014/main" id="{9D8B94FC-74BF-74DE-DA15-4A8B0E953285}"/>
              </a:ext>
            </a:extLst>
          </p:cNvPr>
          <p:cNvSpPr>
            <a:spLocks noGrp="1"/>
          </p:cNvSpPr>
          <p:nvPr>
            <p:ph idx="1"/>
          </p:nvPr>
        </p:nvSpPr>
        <p:spPr/>
        <p:txBody>
          <a:bodyPr>
            <a:noAutofit/>
          </a:bodyPr>
          <a:lstStyle/>
          <a:p>
            <a:pPr>
              <a:buFont typeface="Wingdings" panose="05000000000000000000" pitchFamily="2" charset="2"/>
              <a:buChar char="v"/>
            </a:pPr>
            <a:r>
              <a:rPr lang="en-US" dirty="0">
                <a:solidFill>
                  <a:schemeClr val="accent2">
                    <a:lumMod val="60000"/>
                    <a:lumOff val="40000"/>
                  </a:schemeClr>
                </a:solidFill>
              </a:rPr>
              <a:t>LED Transmitter: </a:t>
            </a:r>
            <a:r>
              <a:rPr lang="en-US" dirty="0"/>
              <a:t>Emits modulated light signals to carry data.</a:t>
            </a:r>
          </a:p>
          <a:p>
            <a:pPr>
              <a:buFont typeface="Wingdings" panose="05000000000000000000" pitchFamily="2" charset="2"/>
              <a:buChar char="v"/>
            </a:pPr>
            <a:r>
              <a:rPr lang="en-US" dirty="0"/>
              <a:t> </a:t>
            </a:r>
            <a:r>
              <a:rPr lang="en-US" dirty="0">
                <a:solidFill>
                  <a:schemeClr val="accent2">
                    <a:lumMod val="60000"/>
                    <a:lumOff val="40000"/>
                  </a:schemeClr>
                </a:solidFill>
              </a:rPr>
              <a:t>Photodiode Receiver: </a:t>
            </a:r>
            <a:r>
              <a:rPr lang="en-US" dirty="0"/>
              <a:t>Detects and converts light signals back into electrical data.</a:t>
            </a:r>
          </a:p>
          <a:p>
            <a:pPr>
              <a:buFont typeface="Wingdings" panose="05000000000000000000" pitchFamily="2" charset="2"/>
              <a:buChar char="v"/>
            </a:pPr>
            <a:r>
              <a:rPr lang="en-US" dirty="0">
                <a:solidFill>
                  <a:schemeClr val="accent2">
                    <a:lumMod val="60000"/>
                    <a:lumOff val="40000"/>
                  </a:schemeClr>
                </a:solidFill>
              </a:rPr>
              <a:t>Modulation Circuit: </a:t>
            </a:r>
            <a:r>
              <a:rPr lang="en-US" dirty="0"/>
              <a:t>Encodes digital data into light intensity variations.</a:t>
            </a:r>
          </a:p>
          <a:p>
            <a:pPr>
              <a:buFont typeface="Wingdings" panose="05000000000000000000" pitchFamily="2" charset="2"/>
              <a:buChar char="v"/>
            </a:pPr>
            <a:r>
              <a:rPr lang="en-US" dirty="0">
                <a:solidFill>
                  <a:schemeClr val="accent2">
                    <a:lumMod val="60000"/>
                    <a:lumOff val="40000"/>
                  </a:schemeClr>
                </a:solidFill>
              </a:rPr>
              <a:t>Driver Circuit: </a:t>
            </a:r>
            <a:r>
              <a:rPr lang="en-US" dirty="0"/>
              <a:t>Controls the LED’s brightness and switching speed.</a:t>
            </a:r>
          </a:p>
          <a:p>
            <a:pPr>
              <a:buFont typeface="Wingdings" panose="05000000000000000000" pitchFamily="2" charset="2"/>
              <a:buChar char="v"/>
            </a:pPr>
            <a:r>
              <a:rPr lang="en-US" dirty="0">
                <a:solidFill>
                  <a:schemeClr val="accent2">
                    <a:lumMod val="60000"/>
                    <a:lumOff val="40000"/>
                  </a:schemeClr>
                </a:solidFill>
              </a:rPr>
              <a:t>Amplifier:</a:t>
            </a:r>
            <a:r>
              <a:rPr lang="en-US" dirty="0"/>
              <a:t> Boosts the received signal for processing.</a:t>
            </a:r>
          </a:p>
          <a:p>
            <a:pPr>
              <a:buFont typeface="Wingdings" panose="05000000000000000000" pitchFamily="2" charset="2"/>
              <a:buChar char="v"/>
            </a:pPr>
            <a:r>
              <a:rPr lang="en-US" dirty="0">
                <a:solidFill>
                  <a:schemeClr val="accent2">
                    <a:lumMod val="60000"/>
                    <a:lumOff val="40000"/>
                  </a:schemeClr>
                </a:solidFill>
              </a:rPr>
              <a:t>Signal Processing Unit</a:t>
            </a:r>
            <a:r>
              <a:rPr lang="en-US" dirty="0"/>
              <a:t>: Decodes the received signal into usable data.</a:t>
            </a:r>
          </a:p>
          <a:p>
            <a:pPr>
              <a:buFont typeface="Wingdings" panose="05000000000000000000" pitchFamily="2" charset="2"/>
              <a:buChar char="v"/>
            </a:pPr>
            <a:r>
              <a:rPr lang="en-US" dirty="0"/>
              <a:t> </a:t>
            </a:r>
            <a:r>
              <a:rPr lang="en-US" dirty="0">
                <a:solidFill>
                  <a:schemeClr val="accent2">
                    <a:lumMod val="60000"/>
                    <a:lumOff val="40000"/>
                  </a:schemeClr>
                </a:solidFill>
              </a:rPr>
              <a:t>Power Supply</a:t>
            </a:r>
            <a:r>
              <a:rPr lang="en-US" dirty="0"/>
              <a:t>: Powers the LED and electronic circuits.</a:t>
            </a:r>
          </a:p>
          <a:p>
            <a:pPr>
              <a:buFont typeface="Wingdings" panose="05000000000000000000" pitchFamily="2" charset="2"/>
              <a:buChar char="v"/>
            </a:pPr>
            <a:r>
              <a:rPr lang="en-US" dirty="0"/>
              <a:t> </a:t>
            </a:r>
            <a:r>
              <a:rPr lang="en-US" dirty="0">
                <a:solidFill>
                  <a:schemeClr val="accent2">
                    <a:lumMod val="60000"/>
                    <a:lumOff val="40000"/>
                  </a:schemeClr>
                </a:solidFill>
              </a:rPr>
              <a:t>Controller or Microprocessor</a:t>
            </a:r>
            <a:r>
              <a:rPr lang="en-US" dirty="0"/>
              <a:t>: Manages data flow and system operations.</a:t>
            </a:r>
          </a:p>
        </p:txBody>
      </p:sp>
      <p:sp>
        <p:nvSpPr>
          <p:cNvPr id="4" name="Date Placeholder 3">
            <a:extLst>
              <a:ext uri="{FF2B5EF4-FFF2-40B4-BE49-F238E27FC236}">
                <a16:creationId xmlns:a16="http://schemas.microsoft.com/office/drawing/2014/main" id="{1E970504-B869-F7AD-6D29-DA5B75A67ED5}"/>
              </a:ext>
            </a:extLst>
          </p:cNvPr>
          <p:cNvSpPr>
            <a:spLocks noGrp="1"/>
          </p:cNvSpPr>
          <p:nvPr>
            <p:ph type="dt" sz="half" idx="10"/>
          </p:nvPr>
        </p:nvSpPr>
        <p:spPr/>
        <p:txBody>
          <a:bodyPr/>
          <a:lstStyle/>
          <a:p>
            <a:pPr>
              <a:defRPr/>
            </a:pPr>
            <a:r>
              <a:rPr lang="en-US" dirty="0"/>
              <a:t>.</a:t>
            </a:r>
          </a:p>
        </p:txBody>
      </p:sp>
      <p:sp>
        <p:nvSpPr>
          <p:cNvPr id="5" name="Footer Placeholder 4">
            <a:extLst>
              <a:ext uri="{FF2B5EF4-FFF2-40B4-BE49-F238E27FC236}">
                <a16:creationId xmlns:a16="http://schemas.microsoft.com/office/drawing/2014/main" id="{B731405A-DE6D-1242-3F91-F5D3924E47D8}"/>
              </a:ext>
            </a:extLst>
          </p:cNvPr>
          <p:cNvSpPr>
            <a:spLocks noGrp="1"/>
          </p:cNvSpPr>
          <p:nvPr>
            <p:ph type="ftr" sz="quarter" idx="11"/>
          </p:nvPr>
        </p:nvSpPr>
        <p:spPr>
          <a:xfrm flipH="1">
            <a:off x="1264919" y="5791201"/>
            <a:ext cx="1097281" cy="898524"/>
          </a:xfrm>
        </p:spPr>
        <p:txBody>
          <a:bodyPr/>
          <a:lstStyle/>
          <a:p>
            <a:pPr>
              <a:defRPr/>
            </a:pPr>
            <a:r>
              <a:rPr lang="en-US" dirty="0"/>
              <a:t>.</a:t>
            </a:r>
          </a:p>
        </p:txBody>
      </p:sp>
      <p:sp>
        <p:nvSpPr>
          <p:cNvPr id="6" name="Slide Number Placeholder 5">
            <a:extLst>
              <a:ext uri="{FF2B5EF4-FFF2-40B4-BE49-F238E27FC236}">
                <a16:creationId xmlns:a16="http://schemas.microsoft.com/office/drawing/2014/main" id="{C8489839-61B5-AB40-3DA5-C5244034CD57}"/>
              </a:ext>
            </a:extLst>
          </p:cNvPr>
          <p:cNvSpPr>
            <a:spLocks noGrp="1"/>
          </p:cNvSpPr>
          <p:nvPr>
            <p:ph type="sldNum" sz="quarter" idx="12"/>
          </p:nvPr>
        </p:nvSpPr>
        <p:spPr/>
        <p:txBody>
          <a:bodyPr/>
          <a:lstStyle/>
          <a:p>
            <a:pPr>
              <a:defRPr/>
            </a:pPr>
            <a:r>
              <a:rPr lang="en-US" altLang="en-US" dirty="0"/>
              <a:t>.</a:t>
            </a:r>
          </a:p>
        </p:txBody>
      </p:sp>
    </p:spTree>
    <p:extLst>
      <p:ext uri="{BB962C8B-B14F-4D97-AF65-F5344CB8AC3E}">
        <p14:creationId xmlns:p14="http://schemas.microsoft.com/office/powerpoint/2010/main" val="28265832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re 1"/>
          <p:cNvSpPr>
            <a:spLocks noGrp="1"/>
          </p:cNvSpPr>
          <p:nvPr>
            <p:ph type="title"/>
          </p:nvPr>
        </p:nvSpPr>
        <p:spPr>
          <a:xfrm>
            <a:off x="304800" y="245532"/>
            <a:ext cx="8229600" cy="685800"/>
          </a:xfrm>
        </p:spPr>
        <p:txBody>
          <a:bodyPr>
            <a:noAutofit/>
          </a:bodyPr>
          <a:lstStyle/>
          <a:p>
            <a:pPr algn="ctr" eaLnBrk="1" fontAlgn="auto" hangingPunct="1">
              <a:spcAft>
                <a:spcPts val="0"/>
              </a:spcAft>
              <a:defRPr/>
            </a:pPr>
            <a:r>
              <a:rPr lang="en-US" sz="3600" b="1" dirty="0">
                <a:solidFill>
                  <a:srgbClr val="00FFFF"/>
                </a:solidFill>
                <a:latin typeface="Felix Titling" panose="04060505060202020A04" pitchFamily="82" charset="0"/>
                <a:cs typeface="Arial" panose="020B0604020202020204" pitchFamily="34" charset="0"/>
              </a:rPr>
              <a:t>RESULTS</a:t>
            </a:r>
            <a:endParaRPr lang="fr-CA" altLang="en-US" sz="3600" b="1" dirty="0">
              <a:solidFill>
                <a:srgbClr val="00FFFF"/>
              </a:solidFill>
              <a:latin typeface="Felix Titling" panose="04060505060202020A04" pitchFamily="82" charset="0"/>
              <a:cs typeface="Times New Roman" panose="02020603050405020304" pitchFamily="18" charset="0"/>
            </a:endParaRPr>
          </a:p>
        </p:txBody>
      </p:sp>
      <p:sp>
        <p:nvSpPr>
          <p:cNvPr id="27652" name="Espace réservé du contenu 2"/>
          <p:cNvSpPr>
            <a:spLocks noGrp="1"/>
          </p:cNvSpPr>
          <p:nvPr>
            <p:ph idx="1"/>
          </p:nvPr>
        </p:nvSpPr>
        <p:spPr>
          <a:xfrm>
            <a:off x="381000" y="1070504"/>
            <a:ext cx="8069668" cy="5330295"/>
          </a:xfrm>
        </p:spPr>
        <p:txBody>
          <a:bodyPr>
            <a:noAutofit/>
          </a:bodyPr>
          <a:lstStyle/>
          <a:p>
            <a:pPr marL="0" indent="0">
              <a:lnSpc>
                <a:spcPct val="120000"/>
              </a:lnSpc>
              <a:buNone/>
            </a:pPr>
            <a:r>
              <a:rPr lang="en-US" altLang="en-US" b="1" dirty="0">
                <a:solidFill>
                  <a:schemeClr val="accent3">
                    <a:lumMod val="60000"/>
                    <a:lumOff val="40000"/>
                  </a:schemeClr>
                </a:solidFill>
                <a:latin typeface="Georgia" panose="02040502050405020303" pitchFamily="18" charset="0"/>
                <a:cs typeface="Arial" panose="020B0604020202020204" pitchFamily="34" charset="0"/>
              </a:rPr>
              <a:t>⚡ Performance Highlights</a:t>
            </a:r>
          </a:p>
          <a:p>
            <a:pPr marL="0" indent="0">
              <a:lnSpc>
                <a:spcPct val="120000"/>
              </a:lnSpc>
              <a:buNone/>
            </a:pPr>
            <a:r>
              <a:rPr lang="en-US" altLang="en-US" b="1" dirty="0">
                <a:solidFill>
                  <a:srgbClr val="D3D3D3"/>
                </a:solidFill>
                <a:latin typeface="Georgia" panose="02040502050405020303" pitchFamily="18" charset="0"/>
                <a:cs typeface="Arial" panose="020B0604020202020204" pitchFamily="34" charset="0"/>
              </a:rPr>
              <a:t> </a:t>
            </a:r>
            <a:r>
              <a:rPr lang="en-US" altLang="en-US" sz="1800" b="1" dirty="0">
                <a:solidFill>
                  <a:schemeClr val="accent3">
                    <a:lumMod val="60000"/>
                    <a:lumOff val="40000"/>
                  </a:schemeClr>
                </a:solidFill>
                <a:latin typeface="Georgia" panose="02040502050405020303" pitchFamily="18" charset="0"/>
                <a:cs typeface="Arial" panose="020B0604020202020204" pitchFamily="34" charset="0"/>
              </a:rPr>
              <a:t>Speed</a:t>
            </a:r>
            <a:r>
              <a:rPr lang="en-US" altLang="en-US" sz="1800" b="1" dirty="0">
                <a:solidFill>
                  <a:srgbClr val="D3D3D3"/>
                </a:solidFill>
                <a:latin typeface="Georgia" panose="02040502050405020303" pitchFamily="18" charset="0"/>
                <a:cs typeface="Arial" panose="020B0604020202020204" pitchFamily="34" charset="0"/>
              </a:rPr>
              <a:t>: Li-Fi has achieved data transmission speeds of up to 1 Gbps in real-world scenarios, and even higher in lab conditions.</a:t>
            </a:r>
          </a:p>
          <a:p>
            <a:pPr marL="0" indent="0">
              <a:lnSpc>
                <a:spcPct val="120000"/>
              </a:lnSpc>
              <a:buNone/>
            </a:pPr>
            <a:r>
              <a:rPr lang="en-US" altLang="en-US" sz="1800" b="1" dirty="0">
                <a:solidFill>
                  <a:srgbClr val="D3D3D3"/>
                </a:solidFill>
                <a:latin typeface="Georgia" panose="02040502050405020303" pitchFamily="18" charset="0"/>
                <a:cs typeface="Arial" panose="020B0604020202020204" pitchFamily="34" charset="0"/>
              </a:rPr>
              <a:t> </a:t>
            </a:r>
            <a:r>
              <a:rPr lang="en-US" altLang="en-US" sz="1800" b="1" dirty="0">
                <a:solidFill>
                  <a:schemeClr val="accent3">
                    <a:lumMod val="60000"/>
                    <a:lumOff val="40000"/>
                  </a:schemeClr>
                </a:solidFill>
                <a:latin typeface="Georgia" panose="02040502050405020303" pitchFamily="18" charset="0"/>
                <a:cs typeface="Arial" panose="020B0604020202020204" pitchFamily="34" charset="0"/>
              </a:rPr>
              <a:t>Latency:</a:t>
            </a:r>
            <a:r>
              <a:rPr lang="en-US" altLang="en-US" sz="1800" b="1" dirty="0">
                <a:solidFill>
                  <a:srgbClr val="D3D3D3"/>
                </a:solidFill>
                <a:latin typeface="Georgia" panose="02040502050405020303" pitchFamily="18" charset="0"/>
                <a:cs typeface="Arial" panose="020B0604020202020204" pitchFamily="34" charset="0"/>
              </a:rPr>
              <a:t> Extremely low latency makes it ideal for time-sensitive applications like industrial automation and real-time medical monitoring.</a:t>
            </a:r>
          </a:p>
          <a:p>
            <a:pPr marL="0" indent="0">
              <a:lnSpc>
                <a:spcPct val="120000"/>
              </a:lnSpc>
              <a:buNone/>
            </a:pPr>
            <a:r>
              <a:rPr lang="en-US" altLang="en-US" sz="1800" b="1" dirty="0">
                <a:solidFill>
                  <a:schemeClr val="accent3">
                    <a:lumMod val="60000"/>
                    <a:lumOff val="40000"/>
                  </a:schemeClr>
                </a:solidFill>
                <a:latin typeface="Georgia" panose="02040502050405020303" pitchFamily="18" charset="0"/>
                <a:cs typeface="Arial" panose="020B0604020202020204" pitchFamily="34" charset="0"/>
              </a:rPr>
              <a:t>Security:</a:t>
            </a:r>
            <a:r>
              <a:rPr lang="en-US" altLang="en-US" sz="1800" b="1" dirty="0">
                <a:solidFill>
                  <a:srgbClr val="D3D3D3"/>
                </a:solidFill>
                <a:latin typeface="Georgia" panose="02040502050405020303" pitchFamily="18" charset="0"/>
                <a:cs typeface="Arial" panose="020B0604020202020204" pitchFamily="34" charset="0"/>
              </a:rPr>
              <a:t> Since light cannot penetrate walls, Li-Fi offers enhanced security compared to Wi-Fi, making it suitable for military and corporate environments.</a:t>
            </a:r>
          </a:p>
          <a:p>
            <a:pPr marL="0" indent="0">
              <a:lnSpc>
                <a:spcPct val="120000"/>
              </a:lnSpc>
              <a:buNone/>
            </a:pPr>
            <a:r>
              <a:rPr lang="en-US" altLang="en-US" sz="1800" b="1" dirty="0">
                <a:solidFill>
                  <a:schemeClr val="accent3">
                    <a:lumMod val="60000"/>
                    <a:lumOff val="40000"/>
                  </a:schemeClr>
                </a:solidFill>
                <a:latin typeface="Georgia" panose="02040502050405020303" pitchFamily="18" charset="0"/>
                <a:cs typeface="Arial" panose="020B0604020202020204" pitchFamily="34" charset="0"/>
              </a:rPr>
              <a:t>Interference-Free:</a:t>
            </a:r>
            <a:r>
              <a:rPr lang="en-US" altLang="en-US" sz="1800" b="1" dirty="0">
                <a:solidFill>
                  <a:srgbClr val="D3D3D3"/>
                </a:solidFill>
                <a:latin typeface="Georgia" panose="02040502050405020303" pitchFamily="18" charset="0"/>
                <a:cs typeface="Arial" panose="020B0604020202020204" pitchFamily="34" charset="0"/>
              </a:rPr>
              <a:t> Operates in the visible light spectrum, which is 10,000 times broader than the radio frequency spectrum—resulting in reduced congestion and interference.</a:t>
            </a:r>
          </a:p>
          <a:p>
            <a:pPr marL="0" indent="0">
              <a:lnSpc>
                <a:spcPct val="120000"/>
              </a:lnSpc>
              <a:buNone/>
            </a:pPr>
            <a:r>
              <a:rPr lang="en-US" altLang="en-US" sz="1800" b="1" dirty="0">
                <a:solidFill>
                  <a:schemeClr val="accent3">
                    <a:lumMod val="60000"/>
                    <a:lumOff val="40000"/>
                  </a:schemeClr>
                </a:solidFill>
                <a:latin typeface="Georgia" panose="02040502050405020303" pitchFamily="18" charset="0"/>
                <a:cs typeface="Arial" panose="020B0604020202020204" pitchFamily="34" charset="0"/>
              </a:rPr>
              <a:t>Energy Efficiency</a:t>
            </a:r>
            <a:r>
              <a:rPr lang="en-US" altLang="en-US" sz="1800" b="1" dirty="0">
                <a:solidFill>
                  <a:srgbClr val="D3D3D3"/>
                </a:solidFill>
                <a:latin typeface="Georgia" panose="02040502050405020303" pitchFamily="18" charset="0"/>
                <a:cs typeface="Arial" panose="020B0604020202020204" pitchFamily="34" charset="0"/>
              </a:rPr>
              <a:t>: Uses existing LED lighting infrastructure, minimizing additional power consumption</a:t>
            </a:r>
            <a:r>
              <a:rPr lang="en-US" altLang="en-US" b="1" dirty="0">
                <a:solidFill>
                  <a:srgbClr val="D3D3D3"/>
                </a:solidFill>
                <a:latin typeface="Georgia" panose="02040502050405020303" pitchFamily="18" charset="0"/>
                <a:cs typeface="Arial" panose="020B0604020202020204" pitchFamily="34" charset="0"/>
              </a:rPr>
              <a:t>.</a:t>
            </a:r>
          </a:p>
        </p:txBody>
      </p:sp>
      <p:sp>
        <p:nvSpPr>
          <p:cNvPr id="27651" name="Slide Number Placeholder 1"/>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2B8DB926-0D74-48F4-B004-5250382528A3}" type="slidenum">
              <a:rPr lang="en-US" altLang="en-US" smtClean="0">
                <a:solidFill>
                  <a:srgbClr val="FFFFFF"/>
                </a:solidFill>
                <a:latin typeface="Franklin Gothic Book" panose="020B0503020102020204" pitchFamily="34" charset="0"/>
              </a:rPr>
              <a:t>12</a:t>
            </a:fld>
            <a:endParaRPr lang="en-US" altLang="en-US">
              <a:solidFill>
                <a:srgbClr val="FFFFFF"/>
              </a:solidFill>
              <a:latin typeface="Franklin Gothic Book" panose="020B05030201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8" name="Title 1"/>
          <p:cNvSpPr>
            <a:spLocks noGrp="1"/>
          </p:cNvSpPr>
          <p:nvPr>
            <p:ph type="title"/>
          </p:nvPr>
        </p:nvSpPr>
        <p:spPr>
          <a:xfrm>
            <a:off x="381000" y="381000"/>
            <a:ext cx="7765322" cy="970450"/>
          </a:xfrm>
        </p:spPr>
        <p:txBody>
          <a:bodyPr/>
          <a:lstStyle/>
          <a:p>
            <a:pPr algn="ctr" eaLnBrk="1" hangingPunct="1"/>
            <a:r>
              <a:rPr lang="en-IN" altLang="en-US" dirty="0">
                <a:solidFill>
                  <a:srgbClr val="00FFFF"/>
                </a:solidFill>
                <a:latin typeface="Felix Titling" panose="04060505060202020A04" pitchFamily="82" charset="0"/>
              </a:rPr>
              <a:t>CONCLUSION</a:t>
            </a:r>
            <a:endParaRPr lang="en-US" altLang="en-US" dirty="0">
              <a:solidFill>
                <a:srgbClr val="00FFFF"/>
              </a:solidFill>
              <a:latin typeface="Felix Titling" panose="04060505060202020A04" pitchFamily="82" charset="0"/>
            </a:endParaRPr>
          </a:p>
        </p:txBody>
      </p:sp>
      <p:sp>
        <p:nvSpPr>
          <p:cNvPr id="2" name="TextBox 1"/>
          <p:cNvSpPr txBox="1"/>
          <p:nvPr/>
        </p:nvSpPr>
        <p:spPr>
          <a:xfrm>
            <a:off x="1219200" y="1905000"/>
            <a:ext cx="6553654" cy="3416320"/>
          </a:xfrm>
          <a:prstGeom prst="rect">
            <a:avLst/>
          </a:prstGeom>
          <a:noFill/>
        </p:spPr>
        <p:txBody>
          <a:bodyPr wrap="square" rtlCol="0">
            <a:spAutoFit/>
          </a:bodyPr>
          <a:lstStyle/>
          <a:p>
            <a:r>
              <a:rPr lang="en-US" sz="2400" dirty="0">
                <a:solidFill>
                  <a:srgbClr val="D3D3D3"/>
                </a:solidFill>
                <a:latin typeface="Georgia" panose="02040502050405020303" pitchFamily="18" charset="0"/>
              </a:rPr>
              <a:t>Li-Fi is a new way to send data using light instead of radio waves. It works through LED bulbs and can give fast, secure internet. Since light can’t pass through walls, it’s safer and less likely to be hacked. Li-Fi is useful in places like hospitals, schools, and offices. As technology improves, Li-Fi could become a strong partner to Wi-Fi and help connect more devices in smarter ways.</a:t>
            </a:r>
            <a:endParaRPr lang="en-IN" sz="2400" dirty="0">
              <a:solidFill>
                <a:srgbClr val="D3D3D3"/>
              </a:solidFill>
              <a:latin typeface="Georgia" panose="02040502050405020303" pitchFamily="18"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itle 1"/>
          <p:cNvSpPr>
            <a:spLocks noGrp="1"/>
          </p:cNvSpPr>
          <p:nvPr>
            <p:ph type="title"/>
          </p:nvPr>
        </p:nvSpPr>
        <p:spPr>
          <a:xfrm>
            <a:off x="457200" y="308133"/>
            <a:ext cx="7765322" cy="970450"/>
          </a:xfrm>
        </p:spPr>
        <p:txBody>
          <a:bodyPr>
            <a:normAutofit/>
          </a:bodyPr>
          <a:lstStyle/>
          <a:p>
            <a:pPr algn="ctr" eaLnBrk="1" hangingPunct="1"/>
            <a:r>
              <a:rPr lang="en-IN" altLang="en-US" sz="3600" b="1" u="sng" dirty="0">
                <a:solidFill>
                  <a:srgbClr val="00FFFF"/>
                </a:solidFill>
                <a:latin typeface="Felix Titling" panose="04060505060202020A04" pitchFamily="82" charset="0"/>
                <a:cs typeface="Calibri" panose="020F0502020204030204" pitchFamily="34" charset="0"/>
              </a:rPr>
              <a:t>FUTURE SCOPE</a:t>
            </a:r>
            <a:endParaRPr lang="en-US" altLang="en-US" sz="3600" b="1" u="sng" dirty="0">
              <a:solidFill>
                <a:srgbClr val="00FFFF"/>
              </a:solidFill>
              <a:latin typeface="Felix Titling" panose="04060505060202020A04" pitchFamily="82" charset="0"/>
              <a:cs typeface="Calibri" panose="020F0502020204030204" pitchFamily="34" charset="0"/>
            </a:endParaRPr>
          </a:p>
        </p:txBody>
      </p:sp>
      <p:sp>
        <p:nvSpPr>
          <p:cNvPr id="30723" name="Slide Number Placeholder 5"/>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D19B8BD0-2C80-447A-97F0-13CB106F7DE7}" type="slidenum">
              <a:rPr lang="en-US" altLang="en-US" smtClean="0">
                <a:solidFill>
                  <a:srgbClr val="FFFFFF"/>
                </a:solidFill>
                <a:latin typeface="Franklin Gothic Book" panose="020B0503020102020204" pitchFamily="34" charset="0"/>
              </a:rPr>
              <a:t>14</a:t>
            </a:fld>
            <a:endParaRPr lang="en-US" altLang="en-US">
              <a:solidFill>
                <a:srgbClr val="FFFFFF"/>
              </a:solidFill>
              <a:latin typeface="Franklin Gothic Book" panose="020B0503020102020204" pitchFamily="34" charset="0"/>
            </a:endParaRPr>
          </a:p>
        </p:txBody>
      </p:sp>
      <p:sp>
        <p:nvSpPr>
          <p:cNvPr id="2" name="TextBox 1"/>
          <p:cNvSpPr txBox="1"/>
          <p:nvPr/>
        </p:nvSpPr>
        <p:spPr>
          <a:xfrm>
            <a:off x="304800" y="1424433"/>
            <a:ext cx="7239000" cy="4154984"/>
          </a:xfrm>
          <a:prstGeom prst="rect">
            <a:avLst/>
          </a:prstGeom>
          <a:noFill/>
        </p:spPr>
        <p:txBody>
          <a:bodyPr wrap="square" rtlCol="0">
            <a:spAutoFit/>
          </a:bodyPr>
          <a:lstStyle/>
          <a:p>
            <a:r>
              <a:rPr lang="en-US" sz="2400" dirty="0">
                <a:solidFill>
                  <a:srgbClr val="D3D3D3"/>
                </a:solidFill>
                <a:latin typeface="Georgia" panose="02040502050405020303" pitchFamily="18" charset="0"/>
              </a:rPr>
              <a:t>The </a:t>
            </a:r>
            <a:r>
              <a:rPr lang="en-US" sz="2400" dirty="0" err="1">
                <a:solidFill>
                  <a:srgbClr val="D3D3D3"/>
                </a:solidFill>
                <a:latin typeface="Georgia" panose="02040502050405020303" pitchFamily="18" charset="0"/>
              </a:rPr>
              <a:t>futurescope</a:t>
            </a:r>
            <a:r>
              <a:rPr lang="en-US" sz="2400" dirty="0">
                <a:solidFill>
                  <a:srgbClr val="D3D3D3"/>
                </a:solidFill>
                <a:latin typeface="Georgia" panose="02040502050405020303" pitchFamily="18" charset="0"/>
              </a:rPr>
              <a:t> for Light Fidelity (Li-Fi) involves widespread commercial deployment, integration with 5G networks, and the development of hybrid communication systems. Li-</a:t>
            </a:r>
            <a:r>
              <a:rPr lang="en-US" sz="2400" dirty="0" err="1">
                <a:solidFill>
                  <a:srgbClr val="D3D3D3"/>
                </a:solidFill>
                <a:latin typeface="Georgia" panose="02040502050405020303" pitchFamily="18" charset="0"/>
              </a:rPr>
              <a:t>Fi's</a:t>
            </a:r>
            <a:r>
              <a:rPr lang="en-US" sz="2400" dirty="0">
                <a:solidFill>
                  <a:srgbClr val="D3D3D3"/>
                </a:solidFill>
                <a:latin typeface="Georgia" panose="02040502050405020303" pitchFamily="18" charset="0"/>
              </a:rPr>
              <a:t> high-speed, secure data transfer is expected to serve the burgeoning Internet of Things (IoT) and smart cities, offering an alternative to congested radio-frequency spectrum. Key trends include advancements in Li-Fi hardware for increased accessibility and research into using the broader electromagnetic spectrum, beyond just visible light.</a:t>
            </a:r>
            <a:endParaRPr lang="en-IN" sz="2400" dirty="0">
              <a:solidFill>
                <a:srgbClr val="D3D3D3"/>
              </a:solidFill>
              <a:latin typeface="Georgia" panose="02040502050405020303"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re 1"/>
          <p:cNvSpPr>
            <a:spLocks noGrp="1"/>
          </p:cNvSpPr>
          <p:nvPr>
            <p:ph type="title"/>
          </p:nvPr>
        </p:nvSpPr>
        <p:spPr>
          <a:xfrm>
            <a:off x="374650" y="381000"/>
            <a:ext cx="8229600" cy="685800"/>
          </a:xfrm>
        </p:spPr>
        <p:txBody>
          <a:bodyPr>
            <a:normAutofit/>
          </a:bodyPr>
          <a:lstStyle/>
          <a:p>
            <a:pPr algn="ctr" eaLnBrk="1" hangingPunct="1"/>
            <a:r>
              <a:rPr lang="en-US" altLang="en-US" sz="3600" b="1" u="sng" dirty="0">
                <a:solidFill>
                  <a:srgbClr val="00FFFF"/>
                </a:solidFill>
                <a:latin typeface="Felix Titling" panose="04060505060202020A04" pitchFamily="82" charset="0"/>
                <a:cs typeface="Arial" panose="020B0604020202020204" pitchFamily="34" charset="0"/>
              </a:rPr>
              <a:t>REFERENCES</a:t>
            </a:r>
            <a:endParaRPr lang="fr-CA" altLang="en-US" sz="3600" b="1" u="sng" dirty="0">
              <a:solidFill>
                <a:srgbClr val="00FFFF"/>
              </a:solidFill>
              <a:latin typeface="Felix Titling" panose="04060505060202020A04" pitchFamily="82" charset="0"/>
              <a:cs typeface="Times New Roman" panose="02020603050405020304" pitchFamily="18" charset="0"/>
            </a:endParaRPr>
          </a:p>
        </p:txBody>
      </p:sp>
      <p:sp>
        <p:nvSpPr>
          <p:cNvPr id="31747" name="Slide Number Placeholder 1"/>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E25FA4F6-DB96-458C-964C-D895FCF51AC3}" type="slidenum">
              <a:rPr lang="en-US" altLang="en-US" smtClean="0">
                <a:solidFill>
                  <a:srgbClr val="FFFFFF"/>
                </a:solidFill>
                <a:latin typeface="Franklin Gothic Book" panose="020B0503020102020204" pitchFamily="34" charset="0"/>
              </a:rPr>
              <a:t>15</a:t>
            </a:fld>
            <a:endParaRPr lang="en-US" altLang="en-US">
              <a:solidFill>
                <a:srgbClr val="FFFFFF"/>
              </a:solidFill>
              <a:latin typeface="Franklin Gothic Book" panose="020B0503020102020204" pitchFamily="34" charset="0"/>
            </a:endParaRPr>
          </a:p>
        </p:txBody>
      </p:sp>
      <p:sp>
        <p:nvSpPr>
          <p:cNvPr id="3" name="Rectangle 1"/>
          <p:cNvSpPr>
            <a:spLocks noChangeArrowheads="1"/>
          </p:cNvSpPr>
          <p:nvPr/>
        </p:nvSpPr>
        <p:spPr bwMode="auto">
          <a:xfrm>
            <a:off x="304799" y="1026099"/>
            <a:ext cx="8534401" cy="53860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marL="342900" lvl="0" indent="-342900" defTabSz="914400" eaLnBrk="0" fontAlgn="base" hangingPunct="0">
              <a:spcBef>
                <a:spcPct val="0"/>
              </a:spcBef>
              <a:spcAft>
                <a:spcPct val="0"/>
              </a:spcAft>
              <a:buFont typeface="Wingdings" panose="05000000000000000000" pitchFamily="2" charset="2"/>
              <a:buChar char="v"/>
            </a:pPr>
            <a:r>
              <a:rPr lang="en-US" altLang="en-US" sz="2000" dirty="0">
                <a:solidFill>
                  <a:schemeClr val="accent3">
                    <a:lumMod val="60000"/>
                    <a:lumOff val="40000"/>
                  </a:schemeClr>
                </a:solidFill>
                <a:latin typeface="Georgia" panose="02040502050405020303" pitchFamily="18" charset="0"/>
              </a:rPr>
              <a:t>original Concept:</a:t>
            </a:r>
          </a:p>
          <a:p>
            <a:pPr lvl="0" defTabSz="914400" eaLnBrk="0" fontAlgn="base" hangingPunct="0">
              <a:spcBef>
                <a:spcPct val="0"/>
              </a:spcBef>
              <a:spcAft>
                <a:spcPct val="0"/>
              </a:spcAft>
            </a:pPr>
            <a:r>
              <a:rPr lang="en-US" altLang="en-US" sz="2000" dirty="0">
                <a:solidFill>
                  <a:srgbClr val="D3D3D3"/>
                </a:solidFill>
                <a:latin typeface="Georgia" panose="02040502050405020303" pitchFamily="18" charset="0"/>
              </a:rPr>
              <a:t>Harald Haas’s 2011 TED Talk introducing Li-Fi as a wireless data communication technology using light.</a:t>
            </a:r>
          </a:p>
          <a:p>
            <a:pPr marL="342900" lvl="0" indent="-342900" defTabSz="914400" eaLnBrk="0" fontAlgn="base" hangingPunct="0">
              <a:spcBef>
                <a:spcPct val="0"/>
              </a:spcBef>
              <a:spcAft>
                <a:spcPct val="0"/>
              </a:spcAft>
              <a:buFont typeface="Wingdings" panose="05000000000000000000" pitchFamily="2" charset="2"/>
              <a:buChar char="v"/>
            </a:pPr>
            <a:r>
              <a:rPr lang="en-US" altLang="en-US" sz="2000" dirty="0">
                <a:solidFill>
                  <a:schemeClr val="accent3">
                    <a:lumMod val="60000"/>
                    <a:lumOff val="40000"/>
                  </a:schemeClr>
                </a:solidFill>
                <a:latin typeface="Georgia" panose="02040502050405020303" pitchFamily="18" charset="0"/>
              </a:rPr>
              <a:t>Foundational Research:</a:t>
            </a:r>
          </a:p>
          <a:p>
            <a:pPr lvl="0" defTabSz="914400" eaLnBrk="0" fontAlgn="base" hangingPunct="0">
              <a:spcBef>
                <a:spcPct val="0"/>
              </a:spcBef>
              <a:spcAft>
                <a:spcPct val="0"/>
              </a:spcAft>
            </a:pPr>
            <a:r>
              <a:rPr lang="en-US" altLang="en-US" sz="2000" dirty="0">
                <a:solidFill>
                  <a:srgbClr val="D3D3D3"/>
                </a:solidFill>
                <a:latin typeface="Georgia" panose="02040502050405020303" pitchFamily="18" charset="0"/>
              </a:rPr>
              <a:t>Early academic papers by Haas and colleagues, laying the groundwork for visible light communication (VLC) and Li-Fi.</a:t>
            </a:r>
          </a:p>
          <a:p>
            <a:pPr marL="342900" lvl="0" indent="-342900" defTabSz="914400" eaLnBrk="0" fontAlgn="base" hangingPunct="0">
              <a:spcBef>
                <a:spcPct val="0"/>
              </a:spcBef>
              <a:spcAft>
                <a:spcPct val="0"/>
              </a:spcAft>
              <a:buFont typeface="Wingdings" panose="05000000000000000000" pitchFamily="2" charset="2"/>
              <a:buChar char="v"/>
            </a:pPr>
            <a:r>
              <a:rPr lang="en-US" altLang="en-US" sz="2000" dirty="0">
                <a:solidFill>
                  <a:schemeClr val="accent3">
                    <a:lumMod val="60000"/>
                    <a:lumOff val="40000"/>
                  </a:schemeClr>
                </a:solidFill>
                <a:latin typeface="Georgia" panose="02040502050405020303" pitchFamily="18" charset="0"/>
              </a:rPr>
              <a:t>Survey &amp; Review Articles:</a:t>
            </a:r>
          </a:p>
          <a:p>
            <a:pPr lvl="0" defTabSz="914400" eaLnBrk="0" fontAlgn="base" hangingPunct="0">
              <a:spcBef>
                <a:spcPct val="0"/>
              </a:spcBef>
              <a:spcAft>
                <a:spcPct val="0"/>
              </a:spcAft>
            </a:pPr>
            <a:r>
              <a:rPr lang="en-US" altLang="en-US" sz="2000" dirty="0">
                <a:solidFill>
                  <a:srgbClr val="D3D3D3"/>
                </a:solidFill>
                <a:latin typeface="Georgia" panose="02040502050405020303" pitchFamily="18" charset="0"/>
              </a:rPr>
              <a:t>Comprehensive surveys published by IEEE, ScienceDirect, and other publishers, summarizing the state of the art, challenges, and applications.</a:t>
            </a:r>
          </a:p>
          <a:p>
            <a:pPr marL="342900" lvl="0" indent="-342900" defTabSz="914400" eaLnBrk="0" fontAlgn="base" hangingPunct="0">
              <a:spcBef>
                <a:spcPct val="0"/>
              </a:spcBef>
              <a:spcAft>
                <a:spcPct val="0"/>
              </a:spcAft>
              <a:buFont typeface="Wingdings" panose="05000000000000000000" pitchFamily="2" charset="2"/>
              <a:buChar char="v"/>
            </a:pPr>
            <a:r>
              <a:rPr lang="en-US" altLang="en-US" sz="2000" dirty="0">
                <a:solidFill>
                  <a:schemeClr val="accent3">
                    <a:lumMod val="60000"/>
                    <a:lumOff val="40000"/>
                  </a:schemeClr>
                </a:solidFill>
                <a:latin typeface="Georgia" panose="02040502050405020303" pitchFamily="18" charset="0"/>
              </a:rPr>
              <a:t>Academic Journals:</a:t>
            </a:r>
          </a:p>
          <a:p>
            <a:pPr lvl="0" defTabSz="914400" eaLnBrk="0" fontAlgn="base" hangingPunct="0">
              <a:spcBef>
                <a:spcPct val="0"/>
              </a:spcBef>
              <a:spcAft>
                <a:spcPct val="0"/>
              </a:spcAft>
            </a:pPr>
            <a:r>
              <a:rPr lang="en-US" altLang="en-US" sz="2000" dirty="0">
                <a:solidFill>
                  <a:srgbClr val="D3D3D3"/>
                </a:solidFill>
                <a:latin typeface="Georgia" panose="02040502050405020303" pitchFamily="18" charset="0"/>
              </a:rPr>
              <a:t>Research in the Journal of Lightwave Technology and similar journals, presenting experimental results, modulation techniques, and system designs.</a:t>
            </a:r>
            <a:endParaRPr lang="en-US" altLang="en-US" sz="2000" dirty="0">
              <a:solidFill>
                <a:schemeClr val="accent3">
                  <a:lumMod val="60000"/>
                  <a:lumOff val="40000"/>
                </a:schemeClr>
              </a:solidFill>
              <a:latin typeface="Georgia" panose="02040502050405020303" pitchFamily="18" charset="0"/>
            </a:endParaRPr>
          </a:p>
          <a:p>
            <a:pPr marL="342900" lvl="0" indent="-342900" defTabSz="914400" eaLnBrk="0" fontAlgn="base" hangingPunct="0">
              <a:spcBef>
                <a:spcPct val="0"/>
              </a:spcBef>
              <a:spcAft>
                <a:spcPct val="0"/>
              </a:spcAft>
              <a:buFont typeface="Wingdings" panose="05000000000000000000" pitchFamily="2" charset="2"/>
              <a:buChar char="v"/>
            </a:pPr>
            <a:r>
              <a:rPr lang="en-US" altLang="en-US" sz="2000" dirty="0">
                <a:solidFill>
                  <a:schemeClr val="accent3">
                    <a:lumMod val="60000"/>
                    <a:lumOff val="40000"/>
                  </a:schemeClr>
                </a:solidFill>
                <a:latin typeface="Georgia" panose="02040502050405020303" pitchFamily="18" charset="0"/>
              </a:rPr>
              <a:t>Core Themes Covered:</a:t>
            </a:r>
          </a:p>
          <a:p>
            <a:pPr lvl="0" defTabSz="914400" eaLnBrk="0" fontAlgn="base" hangingPunct="0">
              <a:spcBef>
                <a:spcPct val="0"/>
              </a:spcBef>
              <a:spcAft>
                <a:spcPct val="0"/>
              </a:spcAft>
            </a:pPr>
            <a:r>
              <a:rPr lang="en-US" altLang="en-US" sz="2000" dirty="0">
                <a:solidFill>
                  <a:srgbClr val="D3D3D3"/>
                </a:solidFill>
                <a:latin typeface="Georgia" panose="02040502050405020303" pitchFamily="18" charset="0"/>
              </a:rPr>
              <a:t>Principles of Li-Fi technology.</a:t>
            </a:r>
          </a:p>
          <a:p>
            <a:pPr lvl="0" defTabSz="914400" eaLnBrk="0" fontAlgn="base" hangingPunct="0">
              <a:spcBef>
                <a:spcPct val="0"/>
              </a:spcBef>
              <a:spcAft>
                <a:spcPct val="0"/>
              </a:spcAft>
            </a:pPr>
            <a:r>
              <a:rPr lang="en-US" altLang="en-US" sz="2000" dirty="0">
                <a:solidFill>
                  <a:srgbClr val="D3D3D3"/>
                </a:solidFill>
                <a:latin typeface="Georgia" panose="02040502050405020303" pitchFamily="18" charset="0"/>
              </a:rPr>
              <a:t>Potential as a secure, high-speed alternative to Wi-Fi.</a:t>
            </a:r>
          </a:p>
          <a:p>
            <a:pPr lvl="0" defTabSz="914400" eaLnBrk="0" fontAlgn="base" hangingPunct="0">
              <a:spcBef>
                <a:spcPct val="0"/>
              </a:spcBef>
              <a:spcAft>
                <a:spcPct val="0"/>
              </a:spcAft>
            </a:pPr>
            <a:r>
              <a:rPr lang="en-US" altLang="en-US" sz="2000" dirty="0">
                <a:solidFill>
                  <a:srgbClr val="D3D3D3"/>
                </a:solidFill>
                <a:latin typeface="Georgia" panose="02040502050405020303" pitchFamily="18" charset="0"/>
              </a:rPr>
              <a:t>Use of the light spectrum (LEDs) for data transmission</a:t>
            </a:r>
            <a:r>
              <a:rPr lang="en-US" altLang="en-US" sz="2400" dirty="0">
                <a:solidFill>
                  <a:srgbClr val="D3D3D3"/>
                </a:solidFill>
                <a:latin typeface="Georgia" panose="02040502050405020303" pitchFamily="18" charset="0"/>
              </a:rPr>
              <a:t>.</a:t>
            </a:r>
            <a:endParaRPr kumimoji="0" lang="en-US" altLang="en-US" sz="2400" b="0" i="0" u="none" strike="noStrike" cap="none" normalizeH="0" baseline="0" dirty="0">
              <a:ln>
                <a:noFill/>
              </a:ln>
              <a:solidFill>
                <a:srgbClr val="D3D3D3"/>
              </a:solidFill>
              <a:effectLst/>
              <a:latin typeface="Georgia" panose="02040502050405020303" pitchFamily="18" charset="0"/>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685346" y="303335"/>
            <a:ext cx="7765322" cy="970450"/>
          </a:xfrm>
        </p:spPr>
        <p:txBody>
          <a:bodyPr/>
          <a:lstStyle/>
          <a:p>
            <a:pPr algn="ctr" eaLnBrk="1" hangingPunct="1"/>
            <a:r>
              <a:rPr lang="en-US" altLang="en-US" sz="3200" b="1" u="sng" dirty="0">
                <a:solidFill>
                  <a:srgbClr val="00FFFF"/>
                </a:solidFill>
                <a:latin typeface="Felix Titling" panose="04060505060202020A04" pitchFamily="82" charset="0"/>
                <a:cs typeface="Calibri" panose="020F0502020204030204" pitchFamily="34" charset="0"/>
              </a:rPr>
              <a:t>PUBLICATIONS</a:t>
            </a:r>
          </a:p>
        </p:txBody>
      </p:sp>
      <p:sp>
        <p:nvSpPr>
          <p:cNvPr id="33795" name="Slide Number Placeholder 4"/>
          <p:cNvSpPr>
            <a:spLocks noGrp="1" noChangeArrowheads="1"/>
          </p:cNvSpPr>
          <p:nvPr>
            <p:ph type="sldNum" sz="quarter" idx="12"/>
          </p:nvPr>
        </p:nvSpPr>
        <p:spPr bwMode="auto">
          <a:extLst>
            <a:ext uri="{91240B29-F687-4F45-9708-019B960494DF}">
              <a14:hiddenLine xmlns:a14="http://schemas.microsoft.com/office/drawing/2010/main" w="9525">
                <a:solidFill>
                  <a:srgbClr val="000000"/>
                </a:solidFill>
                <a:round/>
              </a14:hiddenLine>
            </a:ext>
          </a:extLst>
        </p:spPr>
        <p:txBody>
          <a:bodyPr/>
          <a:lstStyle>
            <a:lvl1pPr>
              <a:defRPr>
                <a:solidFill>
                  <a:schemeClr val="tx1"/>
                </a:solidFill>
                <a:latin typeface="Arial" panose="020B0604020202020204" pitchFamily="34" charset="0"/>
                <a:cs typeface="Arial" panose="020B0604020202020204" pitchFamily="34" charset="0"/>
              </a:defRPr>
            </a:lvl1pPr>
            <a:lvl2pPr marL="742950" indent="-285750">
              <a:defRPr>
                <a:solidFill>
                  <a:schemeClr val="tx1"/>
                </a:solidFill>
                <a:latin typeface="Arial" panose="020B0604020202020204" pitchFamily="34" charset="0"/>
                <a:cs typeface="Arial" panose="020B0604020202020204" pitchFamily="34" charset="0"/>
              </a:defRPr>
            </a:lvl2pPr>
            <a:lvl3pPr marL="1143000" indent="-228600">
              <a:defRPr>
                <a:solidFill>
                  <a:schemeClr val="tx1"/>
                </a:solidFill>
                <a:latin typeface="Arial" panose="020B0604020202020204" pitchFamily="34" charset="0"/>
                <a:cs typeface="Arial" panose="020B0604020202020204" pitchFamily="34" charset="0"/>
              </a:defRPr>
            </a:lvl3pPr>
            <a:lvl4pPr marL="1600200" indent="-228600">
              <a:defRPr>
                <a:solidFill>
                  <a:schemeClr val="tx1"/>
                </a:solidFill>
                <a:latin typeface="Arial" panose="020B0604020202020204" pitchFamily="34" charset="0"/>
                <a:cs typeface="Arial" panose="020B0604020202020204" pitchFamily="34" charset="0"/>
              </a:defRPr>
            </a:lvl4pPr>
            <a:lvl5pPr marL="2057400" indent="-228600">
              <a:defRPr>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Arial" panose="020B0604020202020204" pitchFamily="34" charset="0"/>
                <a:cs typeface="Arial" panose="020B0604020202020204" pitchFamily="34" charset="0"/>
              </a:defRPr>
            </a:lvl9pPr>
          </a:lstStyle>
          <a:p>
            <a:fld id="{0355CED8-CD61-4173-AB1B-F4A98814213D}" type="slidenum">
              <a:rPr lang="en-US" altLang="en-US" smtClean="0">
                <a:solidFill>
                  <a:srgbClr val="FFFFFF"/>
                </a:solidFill>
                <a:latin typeface="Franklin Gothic Book" panose="020B0503020102020204" pitchFamily="34" charset="0"/>
              </a:rPr>
              <a:t>16</a:t>
            </a:fld>
            <a:endParaRPr lang="en-US" altLang="en-US">
              <a:solidFill>
                <a:srgbClr val="FFFFFF"/>
              </a:solidFill>
              <a:latin typeface="Franklin Gothic Book" panose="020B0503020102020204" pitchFamily="34" charset="0"/>
            </a:endParaRPr>
          </a:p>
        </p:txBody>
      </p:sp>
      <p:sp>
        <p:nvSpPr>
          <p:cNvPr id="3" name="Rectangle 1"/>
          <p:cNvSpPr>
            <a:spLocks noChangeArrowheads="1"/>
          </p:cNvSpPr>
          <p:nvPr/>
        </p:nvSpPr>
        <p:spPr bwMode="auto">
          <a:xfrm>
            <a:off x="54593" y="1456492"/>
            <a:ext cx="8556007" cy="44012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spAutoFit/>
          </a:bodyPr>
          <a:lstStyle/>
          <a:p>
            <a:pPr lvl="0" defTabSz="914400" eaLnBrk="0" fontAlgn="base" hangingPunct="0">
              <a:spcBef>
                <a:spcPct val="0"/>
              </a:spcBef>
              <a:spcAft>
                <a:spcPct val="0"/>
              </a:spcAft>
              <a:buFontTx/>
              <a:buChar char="•"/>
            </a:pPr>
            <a:r>
              <a:rPr lang="en-US" altLang="en-US" sz="2800" dirty="0">
                <a:solidFill>
                  <a:srgbClr val="D3D3D3"/>
                </a:solidFill>
                <a:latin typeface="Georgia" panose="02040502050405020303" pitchFamily="18" charset="0"/>
              </a:rPr>
              <a:t>Publications for Light Fidelity (Li-Fi) include surveys by IEEE Xplore and ScienceDirect.com, conference papers such as "Light Fidelity: A future of wireless communication" on IEEE Xplore, and academic journals like the International Journal of Advanced Computer Science and Applications.</a:t>
            </a:r>
          </a:p>
          <a:p>
            <a:pPr lvl="0" defTabSz="914400" eaLnBrk="0" fontAlgn="base" hangingPunct="0">
              <a:spcBef>
                <a:spcPct val="0"/>
              </a:spcBef>
              <a:spcAft>
                <a:spcPct val="0"/>
              </a:spcAft>
              <a:buFontTx/>
              <a:buChar char="•"/>
            </a:pPr>
            <a:r>
              <a:rPr lang="en-US" altLang="en-US" sz="2800" dirty="0">
                <a:solidFill>
                  <a:srgbClr val="D3D3D3"/>
                </a:solidFill>
                <a:latin typeface="Georgia" panose="02040502050405020303" pitchFamily="18" charset="0"/>
              </a:rPr>
              <a:t> For comprehensive information, you can also find books by Harald Haas, the inventor of the term Li-Fi, and the Li-Fi Information website which also lists books and resources on the technology</a:t>
            </a:r>
            <a:r>
              <a:rPr lang="en-US" altLang="en-US" sz="2400" dirty="0">
                <a:solidFill>
                  <a:srgbClr val="D3D3D3"/>
                </a:solidFill>
                <a:latin typeface="Georgia" panose="02040502050405020303" pitchFamily="18" charset="0"/>
              </a:rPr>
              <a:t>.</a:t>
            </a:r>
            <a:endParaRPr kumimoji="0" lang="en-US" altLang="en-US" sz="2400" b="0" i="0" u="none" strike="noStrike" cap="none" normalizeH="0" baseline="0" dirty="0">
              <a:ln>
                <a:noFill/>
              </a:ln>
              <a:solidFill>
                <a:srgbClr val="D3D3D3"/>
              </a:solidFill>
              <a:effectLst/>
              <a:latin typeface="Georgia" panose="02040502050405020303" pitchFamily="18" charset="0"/>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
  <a:themeElements>
    <a:clrScheme name="Slate">
      <a:dk1>
        <a:sysClr val="windowText" lastClr="000000"/>
      </a:dk1>
      <a:lt1>
        <a:sysClr val="window" lastClr="FFFFFF"/>
      </a:lt1>
      <a:dk2>
        <a:srgbClr val="212123"/>
      </a:dk2>
      <a:lt2>
        <a:srgbClr val="DADADA"/>
      </a:lt2>
      <a:accent1>
        <a:srgbClr val="BC451B"/>
      </a:accent1>
      <a:accent2>
        <a:srgbClr val="D3BA68"/>
      </a:accent2>
      <a:accent3>
        <a:srgbClr val="BB8640"/>
      </a:accent3>
      <a:accent4>
        <a:srgbClr val="AD9277"/>
      </a:accent4>
      <a:accent5>
        <a:srgbClr val="A55A43"/>
      </a:accent5>
      <a:accent6>
        <a:srgbClr val="AD9D7B"/>
      </a:accent6>
      <a:hlink>
        <a:srgbClr val="E98052"/>
      </a:hlink>
      <a:folHlink>
        <a:srgbClr val="F4B69B"/>
      </a:folHlink>
    </a:clrScheme>
    <a:fontScheme name="Slate">
      <a:majorFont>
        <a:latin typeface="Calisto MT"/>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alisto MT"/>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fillRect/>
          </a:stretch>
        </a:blip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TM04033929[[fn=Slate]]</Template>
  <TotalTime>229</TotalTime>
  <Words>1399</Words>
  <Application>Microsoft Office PowerPoint</Application>
  <PresentationFormat>On-screen Show (4:3)</PresentationFormat>
  <Paragraphs>154</Paragraphs>
  <Slides>16</Slides>
  <Notes>11</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16</vt:i4>
      </vt:variant>
    </vt:vector>
  </HeadingPairs>
  <TitlesOfParts>
    <vt:vector size="29" baseType="lpstr">
      <vt:lpstr>Algerian</vt:lpstr>
      <vt:lpstr>Arial</vt:lpstr>
      <vt:lpstr>Arial Black</vt:lpstr>
      <vt:lpstr>Calibri</vt:lpstr>
      <vt:lpstr>Calisto MT</vt:lpstr>
      <vt:lpstr>Century Gothic</vt:lpstr>
      <vt:lpstr>Felix Titling</vt:lpstr>
      <vt:lpstr>Franklin Gothic Book</vt:lpstr>
      <vt:lpstr>Georgia</vt:lpstr>
      <vt:lpstr>Times New Roman</vt:lpstr>
      <vt:lpstr>Wingdings</vt:lpstr>
      <vt:lpstr>Wingdings 2</vt:lpstr>
      <vt:lpstr>Slate</vt:lpstr>
      <vt:lpstr>R.M.K. COLLEGE OF ENGINEERING AND   TECHNOLOGY       RSM NAGAR, PUDUVOYAL - 601 206 </vt:lpstr>
      <vt:lpstr>PowerPoint Presentation</vt:lpstr>
      <vt:lpstr>CONTENTS</vt:lpstr>
      <vt:lpstr>INTRODUCTION</vt:lpstr>
      <vt:lpstr>OBJECTIVES</vt:lpstr>
      <vt:lpstr>.</vt:lpstr>
      <vt:lpstr>EXISISTING AND PROPOSED SYSTEMS</vt:lpstr>
      <vt:lpstr>PRPOSED SYSTEM </vt:lpstr>
      <vt:lpstr>PROPOSED SYSTEM BLOCK DIAGRAM </vt:lpstr>
      <vt:lpstr>IMPLEMENTATION &amp; TESTING</vt:lpstr>
      <vt:lpstr>COMPONENTS</vt:lpstr>
      <vt:lpstr>RESULTS</vt:lpstr>
      <vt:lpstr>CONCLUSION</vt:lpstr>
      <vt:lpstr>FUTURE SCOPE</vt:lpstr>
      <vt:lpstr>REFERENCES</vt:lpstr>
      <vt:lpstr>PUBLICATIONS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Slide 1</dc:title>
  <dc:creator>Santhi</dc:creator>
  <cp:lastModifiedBy>Reshuu shaik</cp:lastModifiedBy>
  <cp:revision>1268</cp:revision>
  <cp:lastPrinted>2014-11-28T12:38:00Z</cp:lastPrinted>
  <dcterms:created xsi:type="dcterms:W3CDTF">2006-08-16T00:00:00Z</dcterms:created>
  <dcterms:modified xsi:type="dcterms:W3CDTF">2025-10-24T17:33:09Z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CC9E66E176B545D9A216A673DEB131AC_13</vt:lpwstr>
  </property>
  <property fmtid="{D5CDD505-2E9C-101B-9397-08002B2CF9AE}" pid="3" name="KSOProductBuildVer">
    <vt:lpwstr>1033-12.2.0.21931</vt:lpwstr>
  </property>
</Properties>
</file>